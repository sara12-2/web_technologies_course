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notesMasterIdLst>
    <p:notesMasterId r:id="rId37"/>
  </p:notesMasterIdLst>
  <p:handoutMasterIdLst>
    <p:handoutMasterId r:id="rId38"/>
  </p:handoutMasterIdLst>
  <p:sldIdLst>
    <p:sldId id="257" r:id="rId2"/>
    <p:sldId id="258" r:id="rId3"/>
    <p:sldId id="259" r:id="rId4"/>
    <p:sldId id="260" r:id="rId5"/>
    <p:sldId id="286" r:id="rId6"/>
    <p:sldId id="289" r:id="rId7"/>
    <p:sldId id="261" r:id="rId8"/>
    <p:sldId id="262" r:id="rId9"/>
    <p:sldId id="263" r:id="rId10"/>
    <p:sldId id="264" r:id="rId11"/>
    <p:sldId id="291" r:id="rId12"/>
    <p:sldId id="287" r:id="rId13"/>
    <p:sldId id="265" r:id="rId14"/>
    <p:sldId id="266" r:id="rId15"/>
    <p:sldId id="267" r:id="rId16"/>
    <p:sldId id="268" r:id="rId17"/>
    <p:sldId id="288" r:id="rId18"/>
    <p:sldId id="269" r:id="rId19"/>
    <p:sldId id="270" r:id="rId20"/>
    <p:sldId id="285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bin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bin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73BA66-DE09-411C-913C-96113F2C782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0BFB4A1D-BB68-4A27-8D8C-36A2AD69A016}">
      <dgm:prSet phldrT="[Text]"/>
      <dgm:spPr/>
      <dgm:t>
        <a:bodyPr/>
        <a:lstStyle/>
        <a:p>
          <a:r>
            <a:rPr lang="en-US" dirty="0"/>
            <a:t>Google</a:t>
          </a:r>
        </a:p>
      </dgm:t>
    </dgm:pt>
    <dgm:pt modelId="{385629E5-D187-4FC2-BF9D-CCC5C0535950}" type="parTrans" cxnId="{E9011046-3E98-4E34-9FF4-2FF9A3F84CFD}">
      <dgm:prSet/>
      <dgm:spPr/>
      <dgm:t>
        <a:bodyPr/>
        <a:lstStyle/>
        <a:p>
          <a:endParaRPr lang="en-US"/>
        </a:p>
      </dgm:t>
    </dgm:pt>
    <dgm:pt modelId="{14559466-B075-4B4F-BF23-140389AF6FFE}" type="sibTrans" cxnId="{E9011046-3E98-4E34-9FF4-2FF9A3F84CFD}">
      <dgm:prSet/>
      <dgm:spPr/>
      <dgm:t>
        <a:bodyPr/>
        <a:lstStyle/>
        <a:p>
          <a:endParaRPr lang="en-US"/>
        </a:p>
      </dgm:t>
    </dgm:pt>
    <dgm:pt modelId="{C1C94E64-9DDC-4B6E-B0E8-F729C4377551}">
      <dgm:prSet phldrT="[Text]"/>
      <dgm:spPr/>
      <dgm:t>
        <a:bodyPr/>
        <a:lstStyle/>
        <a:p>
          <a:r>
            <a:rPr lang="en-US" b="0" i="0" dirty="0"/>
            <a:t>Mozilla Firefox</a:t>
          </a:r>
          <a:endParaRPr lang="en-US" dirty="0"/>
        </a:p>
      </dgm:t>
    </dgm:pt>
    <dgm:pt modelId="{4643F7B4-9FE8-425C-8584-1DBD2F3D889D}" type="parTrans" cxnId="{1797E399-76A8-4D80-AB22-E246626E5DE9}">
      <dgm:prSet/>
      <dgm:spPr/>
      <dgm:t>
        <a:bodyPr/>
        <a:lstStyle/>
        <a:p>
          <a:endParaRPr lang="en-US"/>
        </a:p>
      </dgm:t>
    </dgm:pt>
    <dgm:pt modelId="{55F4F60A-6B0D-43A3-A5FF-62F42AA8D95D}" type="sibTrans" cxnId="{1797E399-76A8-4D80-AB22-E246626E5DE9}">
      <dgm:prSet/>
      <dgm:spPr/>
      <dgm:t>
        <a:bodyPr/>
        <a:lstStyle/>
        <a:p>
          <a:endParaRPr lang="en-US"/>
        </a:p>
      </dgm:t>
    </dgm:pt>
    <dgm:pt modelId="{5E87D97C-A8AE-4D66-BB2E-C827ADB77C8E}">
      <dgm:prSet phldrT="[Text]"/>
      <dgm:spPr/>
      <dgm:t>
        <a:bodyPr/>
        <a:lstStyle/>
        <a:p>
          <a:r>
            <a:rPr lang="en-US" b="0" i="0" dirty="0"/>
            <a:t>Apple Safari</a:t>
          </a:r>
          <a:endParaRPr lang="en-US" dirty="0"/>
        </a:p>
      </dgm:t>
    </dgm:pt>
    <dgm:pt modelId="{05B5363E-1160-4849-BFD9-9571542DDC28}" type="parTrans" cxnId="{EDD5C987-31C0-4426-BA13-BCF0DE3D4815}">
      <dgm:prSet/>
      <dgm:spPr/>
      <dgm:t>
        <a:bodyPr/>
        <a:lstStyle/>
        <a:p>
          <a:endParaRPr lang="en-US"/>
        </a:p>
      </dgm:t>
    </dgm:pt>
    <dgm:pt modelId="{94C07909-3EA1-438F-8D3F-8FE0C79E08A1}" type="sibTrans" cxnId="{EDD5C987-31C0-4426-BA13-BCF0DE3D4815}">
      <dgm:prSet/>
      <dgm:spPr/>
      <dgm:t>
        <a:bodyPr/>
        <a:lstStyle/>
        <a:p>
          <a:endParaRPr lang="en-US"/>
        </a:p>
      </dgm:t>
    </dgm:pt>
    <dgm:pt modelId="{4DBCC957-3451-45D6-B068-A8B32B58BE4C}">
      <dgm:prSet phldrT="[Text]"/>
      <dgm:spPr/>
      <dgm:t>
        <a:bodyPr/>
        <a:lstStyle/>
        <a:p>
          <a:r>
            <a:rPr lang="en-US" b="0" i="0" dirty="0"/>
            <a:t>Microsoft Edge</a:t>
          </a:r>
          <a:endParaRPr lang="en-US" dirty="0"/>
        </a:p>
      </dgm:t>
    </dgm:pt>
    <dgm:pt modelId="{10BFA03A-1814-44E2-AF72-56ABD9896492}" type="parTrans" cxnId="{1CBB9C20-6955-4BB1-BC9B-C5D274FFF155}">
      <dgm:prSet/>
      <dgm:spPr/>
      <dgm:t>
        <a:bodyPr/>
        <a:lstStyle/>
        <a:p>
          <a:endParaRPr lang="en-US"/>
        </a:p>
      </dgm:t>
    </dgm:pt>
    <dgm:pt modelId="{1FCB4347-DE59-4EE0-B1BB-CD96E18CBEF0}" type="sibTrans" cxnId="{1CBB9C20-6955-4BB1-BC9B-C5D274FFF155}">
      <dgm:prSet/>
      <dgm:spPr/>
      <dgm:t>
        <a:bodyPr/>
        <a:lstStyle/>
        <a:p>
          <a:endParaRPr lang="en-US"/>
        </a:p>
      </dgm:t>
    </dgm:pt>
    <dgm:pt modelId="{D40E66D6-E282-4185-978E-89EBD25F70E9}">
      <dgm:prSet/>
      <dgm:spPr/>
      <dgm:t>
        <a:bodyPr/>
        <a:lstStyle/>
        <a:p>
          <a:r>
            <a:rPr lang="en-US" b="0" i="0"/>
            <a:t>Opera</a:t>
          </a:r>
          <a:endParaRPr lang="en-US"/>
        </a:p>
      </dgm:t>
    </dgm:pt>
    <dgm:pt modelId="{622FD00C-5DC3-4D31-8E1F-F5BD842A82A7}" type="parTrans" cxnId="{F0884468-DDE2-43A5-A0FE-9F8905C67FF0}">
      <dgm:prSet/>
      <dgm:spPr/>
      <dgm:t>
        <a:bodyPr/>
        <a:lstStyle/>
        <a:p>
          <a:endParaRPr lang="en-US"/>
        </a:p>
      </dgm:t>
    </dgm:pt>
    <dgm:pt modelId="{511CEFFB-CE4D-4EA9-B427-CDCFF82FBD8A}" type="sibTrans" cxnId="{F0884468-DDE2-43A5-A0FE-9F8905C67FF0}">
      <dgm:prSet/>
      <dgm:spPr/>
      <dgm:t>
        <a:bodyPr/>
        <a:lstStyle/>
        <a:p>
          <a:endParaRPr lang="en-US"/>
        </a:p>
      </dgm:t>
    </dgm:pt>
    <dgm:pt modelId="{B7734A82-9689-4F45-AD25-3B1987DFBF8F}" type="pres">
      <dgm:prSet presAssocID="{5D73BA66-DE09-411C-913C-96113F2C7820}" presName="linearFlow" presStyleCnt="0">
        <dgm:presLayoutVars>
          <dgm:dir/>
          <dgm:resizeHandles val="exact"/>
        </dgm:presLayoutVars>
      </dgm:prSet>
      <dgm:spPr/>
    </dgm:pt>
    <dgm:pt modelId="{C440E39D-3FA6-44C7-9619-8692907D9A28}" type="pres">
      <dgm:prSet presAssocID="{0BFB4A1D-BB68-4A27-8D8C-36A2AD69A016}" presName="composite" presStyleCnt="0"/>
      <dgm:spPr/>
    </dgm:pt>
    <dgm:pt modelId="{ABF76060-98CC-4B10-B7F3-E4214A738696}" type="pres">
      <dgm:prSet presAssocID="{0BFB4A1D-BB68-4A27-8D8C-36A2AD69A016}" presName="imgShp" presStyleLbl="fgImgPlace1" presStyleIdx="0" presStyleCnt="5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CFCC28C6-DDC6-40FC-B0CE-010DE6569C77}" type="pres">
      <dgm:prSet presAssocID="{0BFB4A1D-BB68-4A27-8D8C-36A2AD69A016}" presName="txShp" presStyleLbl="node1" presStyleIdx="0" presStyleCnt="5">
        <dgm:presLayoutVars>
          <dgm:bulletEnabled val="1"/>
        </dgm:presLayoutVars>
      </dgm:prSet>
      <dgm:spPr/>
    </dgm:pt>
    <dgm:pt modelId="{513656F6-42F9-407A-9656-E0AACEDEB1FA}" type="pres">
      <dgm:prSet presAssocID="{14559466-B075-4B4F-BF23-140389AF6FFE}" presName="spacing" presStyleCnt="0"/>
      <dgm:spPr/>
    </dgm:pt>
    <dgm:pt modelId="{AAFBDFBF-78FE-4FD2-A5B8-8EDAA81F966A}" type="pres">
      <dgm:prSet presAssocID="{C1C94E64-9DDC-4B6E-B0E8-F729C4377551}" presName="composite" presStyleCnt="0"/>
      <dgm:spPr/>
    </dgm:pt>
    <dgm:pt modelId="{EB79EA81-A125-4716-95AB-5922E176F5C6}" type="pres">
      <dgm:prSet presAssocID="{C1C94E64-9DDC-4B6E-B0E8-F729C4377551}" presName="imgShp" presStyleLbl="fgImgPlace1" presStyleIdx="1" presStyleCnt="5"/>
      <dgm:spPr>
        <a:blipFill>
          <a:blip xmlns:r="http://schemas.openxmlformats.org/officeDocument/2006/relationships"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3FC9FF6-9501-49AC-83FB-EF24CEC52707}" type="pres">
      <dgm:prSet presAssocID="{C1C94E64-9DDC-4B6E-B0E8-F729C4377551}" presName="txShp" presStyleLbl="node1" presStyleIdx="1" presStyleCnt="5">
        <dgm:presLayoutVars>
          <dgm:bulletEnabled val="1"/>
        </dgm:presLayoutVars>
      </dgm:prSet>
      <dgm:spPr/>
    </dgm:pt>
    <dgm:pt modelId="{D732CA54-30A0-4472-A029-69E96B4F8A9A}" type="pres">
      <dgm:prSet presAssocID="{55F4F60A-6B0D-43A3-A5FF-62F42AA8D95D}" presName="spacing" presStyleCnt="0"/>
      <dgm:spPr/>
    </dgm:pt>
    <dgm:pt modelId="{65CC39E5-7EA4-4FBF-9072-FFB2E715000F}" type="pres">
      <dgm:prSet presAssocID="{5E87D97C-A8AE-4D66-BB2E-C827ADB77C8E}" presName="composite" presStyleCnt="0"/>
      <dgm:spPr/>
    </dgm:pt>
    <dgm:pt modelId="{57D0D569-63A9-4DF8-A8F2-7596A5D8C6E9}" type="pres">
      <dgm:prSet presAssocID="{5E87D97C-A8AE-4D66-BB2E-C827ADB77C8E}" presName="imgShp" presStyleLbl="fg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F3B3D1A-F3E5-4295-9AC3-E447B25ECAF8}" type="pres">
      <dgm:prSet presAssocID="{5E87D97C-A8AE-4D66-BB2E-C827ADB77C8E}" presName="txShp" presStyleLbl="node1" presStyleIdx="2" presStyleCnt="5">
        <dgm:presLayoutVars>
          <dgm:bulletEnabled val="1"/>
        </dgm:presLayoutVars>
      </dgm:prSet>
      <dgm:spPr/>
    </dgm:pt>
    <dgm:pt modelId="{7B53BFAD-46CE-433E-BC0C-DCF5F50A9DC4}" type="pres">
      <dgm:prSet presAssocID="{94C07909-3EA1-438F-8D3F-8FE0C79E08A1}" presName="spacing" presStyleCnt="0"/>
      <dgm:spPr/>
    </dgm:pt>
    <dgm:pt modelId="{E8568EBD-4FE3-40B1-AE5F-82644F308CB7}" type="pres">
      <dgm:prSet presAssocID="{4DBCC957-3451-45D6-B068-A8B32B58BE4C}" presName="composite" presStyleCnt="0"/>
      <dgm:spPr/>
    </dgm:pt>
    <dgm:pt modelId="{0F6349AC-3D8F-45FD-A09E-12C83EB3DA54}" type="pres">
      <dgm:prSet presAssocID="{4DBCC957-3451-45D6-B068-A8B32B58BE4C}" presName="imgShp" presStyleLbl="fgImgPlace1" presStyleIdx="3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1A5B073-8BE5-4276-8595-807FF7CF8928}" type="pres">
      <dgm:prSet presAssocID="{4DBCC957-3451-45D6-B068-A8B32B58BE4C}" presName="txShp" presStyleLbl="node1" presStyleIdx="3" presStyleCnt="5">
        <dgm:presLayoutVars>
          <dgm:bulletEnabled val="1"/>
        </dgm:presLayoutVars>
      </dgm:prSet>
      <dgm:spPr/>
    </dgm:pt>
    <dgm:pt modelId="{745616DB-5806-40CB-80C4-A7A50AF792D4}" type="pres">
      <dgm:prSet presAssocID="{1FCB4347-DE59-4EE0-B1BB-CD96E18CBEF0}" presName="spacing" presStyleCnt="0"/>
      <dgm:spPr/>
    </dgm:pt>
    <dgm:pt modelId="{B2A53792-BBA5-4CDE-8D4F-2688547C3764}" type="pres">
      <dgm:prSet presAssocID="{D40E66D6-E282-4185-978E-89EBD25F70E9}" presName="composite" presStyleCnt="0"/>
      <dgm:spPr/>
    </dgm:pt>
    <dgm:pt modelId="{74EA904A-8FD1-4A35-B1CE-310C73457D88}" type="pres">
      <dgm:prSet presAssocID="{D40E66D6-E282-4185-978E-89EBD25F70E9}" presName="imgShp" presStyleLbl="fgImgPlace1" presStyleIdx="4" presStyleCnt="5"/>
      <dgm:spPr>
        <a:blipFill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1C77D25-7616-48D8-9C11-C0C61BAEA467}" type="pres">
      <dgm:prSet presAssocID="{D40E66D6-E282-4185-978E-89EBD25F70E9}" presName="txShp" presStyleLbl="node1" presStyleIdx="4" presStyleCnt="5">
        <dgm:presLayoutVars>
          <dgm:bulletEnabled val="1"/>
        </dgm:presLayoutVars>
      </dgm:prSet>
      <dgm:spPr/>
    </dgm:pt>
  </dgm:ptLst>
  <dgm:cxnLst>
    <dgm:cxn modelId="{1CBB9C20-6955-4BB1-BC9B-C5D274FFF155}" srcId="{5D73BA66-DE09-411C-913C-96113F2C7820}" destId="{4DBCC957-3451-45D6-B068-A8B32B58BE4C}" srcOrd="3" destOrd="0" parTransId="{10BFA03A-1814-44E2-AF72-56ABD9896492}" sibTransId="{1FCB4347-DE59-4EE0-B1BB-CD96E18CBEF0}"/>
    <dgm:cxn modelId="{356ACD63-E731-40D8-91E2-3AC96BBB8709}" type="presOf" srcId="{0BFB4A1D-BB68-4A27-8D8C-36A2AD69A016}" destId="{CFCC28C6-DDC6-40FC-B0CE-010DE6569C77}" srcOrd="0" destOrd="0" presId="urn:microsoft.com/office/officeart/2005/8/layout/vList3"/>
    <dgm:cxn modelId="{E9011046-3E98-4E34-9FF4-2FF9A3F84CFD}" srcId="{5D73BA66-DE09-411C-913C-96113F2C7820}" destId="{0BFB4A1D-BB68-4A27-8D8C-36A2AD69A016}" srcOrd="0" destOrd="0" parTransId="{385629E5-D187-4FC2-BF9D-CCC5C0535950}" sibTransId="{14559466-B075-4B4F-BF23-140389AF6FFE}"/>
    <dgm:cxn modelId="{F0884468-DDE2-43A5-A0FE-9F8905C67FF0}" srcId="{5D73BA66-DE09-411C-913C-96113F2C7820}" destId="{D40E66D6-E282-4185-978E-89EBD25F70E9}" srcOrd="4" destOrd="0" parTransId="{622FD00C-5DC3-4D31-8E1F-F5BD842A82A7}" sibTransId="{511CEFFB-CE4D-4EA9-B427-CDCFF82FBD8A}"/>
    <dgm:cxn modelId="{7F36E669-9610-41FB-A999-E554B361E815}" type="presOf" srcId="{C1C94E64-9DDC-4B6E-B0E8-F729C4377551}" destId="{93FC9FF6-9501-49AC-83FB-EF24CEC52707}" srcOrd="0" destOrd="0" presId="urn:microsoft.com/office/officeart/2005/8/layout/vList3"/>
    <dgm:cxn modelId="{1A72156F-60AF-4501-A39E-8AB3C3E36F61}" type="presOf" srcId="{4DBCC957-3451-45D6-B068-A8B32B58BE4C}" destId="{71A5B073-8BE5-4276-8595-807FF7CF8928}" srcOrd="0" destOrd="0" presId="urn:microsoft.com/office/officeart/2005/8/layout/vList3"/>
    <dgm:cxn modelId="{55B25274-C95D-4E44-B391-62467663CED6}" type="presOf" srcId="{5E87D97C-A8AE-4D66-BB2E-C827ADB77C8E}" destId="{7F3B3D1A-F3E5-4295-9AC3-E447B25ECAF8}" srcOrd="0" destOrd="0" presId="urn:microsoft.com/office/officeart/2005/8/layout/vList3"/>
    <dgm:cxn modelId="{EDD5C987-31C0-4426-BA13-BCF0DE3D4815}" srcId="{5D73BA66-DE09-411C-913C-96113F2C7820}" destId="{5E87D97C-A8AE-4D66-BB2E-C827ADB77C8E}" srcOrd="2" destOrd="0" parTransId="{05B5363E-1160-4849-BFD9-9571542DDC28}" sibTransId="{94C07909-3EA1-438F-8D3F-8FE0C79E08A1}"/>
    <dgm:cxn modelId="{EB893D99-41ED-443F-B596-498FB2537B83}" type="presOf" srcId="{D40E66D6-E282-4185-978E-89EBD25F70E9}" destId="{71C77D25-7616-48D8-9C11-C0C61BAEA467}" srcOrd="0" destOrd="0" presId="urn:microsoft.com/office/officeart/2005/8/layout/vList3"/>
    <dgm:cxn modelId="{1797E399-76A8-4D80-AB22-E246626E5DE9}" srcId="{5D73BA66-DE09-411C-913C-96113F2C7820}" destId="{C1C94E64-9DDC-4B6E-B0E8-F729C4377551}" srcOrd="1" destOrd="0" parTransId="{4643F7B4-9FE8-425C-8584-1DBD2F3D889D}" sibTransId="{55F4F60A-6B0D-43A3-A5FF-62F42AA8D95D}"/>
    <dgm:cxn modelId="{5E6B70FD-3EDC-489E-9B4F-C55593D0CE12}" type="presOf" srcId="{5D73BA66-DE09-411C-913C-96113F2C7820}" destId="{B7734A82-9689-4F45-AD25-3B1987DFBF8F}" srcOrd="0" destOrd="0" presId="urn:microsoft.com/office/officeart/2005/8/layout/vList3"/>
    <dgm:cxn modelId="{E8697564-E955-4ED4-A399-499F94957F50}" type="presParOf" srcId="{B7734A82-9689-4F45-AD25-3B1987DFBF8F}" destId="{C440E39D-3FA6-44C7-9619-8692907D9A28}" srcOrd="0" destOrd="0" presId="urn:microsoft.com/office/officeart/2005/8/layout/vList3"/>
    <dgm:cxn modelId="{1D0C77CD-AD39-4347-A139-1FFF92E5520B}" type="presParOf" srcId="{C440E39D-3FA6-44C7-9619-8692907D9A28}" destId="{ABF76060-98CC-4B10-B7F3-E4214A738696}" srcOrd="0" destOrd="0" presId="urn:microsoft.com/office/officeart/2005/8/layout/vList3"/>
    <dgm:cxn modelId="{CE2CAC19-8594-4249-9D09-D08D2E16E341}" type="presParOf" srcId="{C440E39D-3FA6-44C7-9619-8692907D9A28}" destId="{CFCC28C6-DDC6-40FC-B0CE-010DE6569C77}" srcOrd="1" destOrd="0" presId="urn:microsoft.com/office/officeart/2005/8/layout/vList3"/>
    <dgm:cxn modelId="{256B52D2-E0B4-4C93-808E-E90862E77412}" type="presParOf" srcId="{B7734A82-9689-4F45-AD25-3B1987DFBF8F}" destId="{513656F6-42F9-407A-9656-E0AACEDEB1FA}" srcOrd="1" destOrd="0" presId="urn:microsoft.com/office/officeart/2005/8/layout/vList3"/>
    <dgm:cxn modelId="{18532CAF-6D45-453F-8566-249B2F6A8F38}" type="presParOf" srcId="{B7734A82-9689-4F45-AD25-3B1987DFBF8F}" destId="{AAFBDFBF-78FE-4FD2-A5B8-8EDAA81F966A}" srcOrd="2" destOrd="0" presId="urn:microsoft.com/office/officeart/2005/8/layout/vList3"/>
    <dgm:cxn modelId="{8D99A7EF-B144-41DD-B21A-BFCEC920183F}" type="presParOf" srcId="{AAFBDFBF-78FE-4FD2-A5B8-8EDAA81F966A}" destId="{EB79EA81-A125-4716-95AB-5922E176F5C6}" srcOrd="0" destOrd="0" presId="urn:microsoft.com/office/officeart/2005/8/layout/vList3"/>
    <dgm:cxn modelId="{3D6FC2EB-CB27-4BE1-A92B-2DBC93216971}" type="presParOf" srcId="{AAFBDFBF-78FE-4FD2-A5B8-8EDAA81F966A}" destId="{93FC9FF6-9501-49AC-83FB-EF24CEC52707}" srcOrd="1" destOrd="0" presId="urn:microsoft.com/office/officeart/2005/8/layout/vList3"/>
    <dgm:cxn modelId="{DEC0BA4C-3C7D-4515-AF0D-CF09FD01A490}" type="presParOf" srcId="{B7734A82-9689-4F45-AD25-3B1987DFBF8F}" destId="{D732CA54-30A0-4472-A029-69E96B4F8A9A}" srcOrd="3" destOrd="0" presId="urn:microsoft.com/office/officeart/2005/8/layout/vList3"/>
    <dgm:cxn modelId="{DEF0B85A-B53A-4EAA-B47F-EE776DF264FA}" type="presParOf" srcId="{B7734A82-9689-4F45-AD25-3B1987DFBF8F}" destId="{65CC39E5-7EA4-4FBF-9072-FFB2E715000F}" srcOrd="4" destOrd="0" presId="urn:microsoft.com/office/officeart/2005/8/layout/vList3"/>
    <dgm:cxn modelId="{6EF9EB3E-2C4F-459D-B48B-AE330801B325}" type="presParOf" srcId="{65CC39E5-7EA4-4FBF-9072-FFB2E715000F}" destId="{57D0D569-63A9-4DF8-A8F2-7596A5D8C6E9}" srcOrd="0" destOrd="0" presId="urn:microsoft.com/office/officeart/2005/8/layout/vList3"/>
    <dgm:cxn modelId="{9991D0C8-2315-4C33-B4E1-EFDC43AEB111}" type="presParOf" srcId="{65CC39E5-7EA4-4FBF-9072-FFB2E715000F}" destId="{7F3B3D1A-F3E5-4295-9AC3-E447B25ECAF8}" srcOrd="1" destOrd="0" presId="urn:microsoft.com/office/officeart/2005/8/layout/vList3"/>
    <dgm:cxn modelId="{C55A3DF2-8124-4A0B-B59A-C2A3C38A1E98}" type="presParOf" srcId="{B7734A82-9689-4F45-AD25-3B1987DFBF8F}" destId="{7B53BFAD-46CE-433E-BC0C-DCF5F50A9DC4}" srcOrd="5" destOrd="0" presId="urn:microsoft.com/office/officeart/2005/8/layout/vList3"/>
    <dgm:cxn modelId="{BA0E9024-92A8-4A49-BCDB-E29466183FB3}" type="presParOf" srcId="{B7734A82-9689-4F45-AD25-3B1987DFBF8F}" destId="{E8568EBD-4FE3-40B1-AE5F-82644F308CB7}" srcOrd="6" destOrd="0" presId="urn:microsoft.com/office/officeart/2005/8/layout/vList3"/>
    <dgm:cxn modelId="{B19D9A28-1438-44AC-BE6C-409854846AB2}" type="presParOf" srcId="{E8568EBD-4FE3-40B1-AE5F-82644F308CB7}" destId="{0F6349AC-3D8F-45FD-A09E-12C83EB3DA54}" srcOrd="0" destOrd="0" presId="urn:microsoft.com/office/officeart/2005/8/layout/vList3"/>
    <dgm:cxn modelId="{210ADA8A-6B8A-40CD-9A29-ABD575EC28DA}" type="presParOf" srcId="{E8568EBD-4FE3-40B1-AE5F-82644F308CB7}" destId="{71A5B073-8BE5-4276-8595-807FF7CF8928}" srcOrd="1" destOrd="0" presId="urn:microsoft.com/office/officeart/2005/8/layout/vList3"/>
    <dgm:cxn modelId="{2F0FFC50-6D8E-41FE-89B2-47703FBE0E4F}" type="presParOf" srcId="{B7734A82-9689-4F45-AD25-3B1987DFBF8F}" destId="{745616DB-5806-40CB-80C4-A7A50AF792D4}" srcOrd="7" destOrd="0" presId="urn:microsoft.com/office/officeart/2005/8/layout/vList3"/>
    <dgm:cxn modelId="{E143B0B3-429F-496F-A10E-BC83E32ECEEE}" type="presParOf" srcId="{B7734A82-9689-4F45-AD25-3B1987DFBF8F}" destId="{B2A53792-BBA5-4CDE-8D4F-2688547C3764}" srcOrd="8" destOrd="0" presId="urn:microsoft.com/office/officeart/2005/8/layout/vList3"/>
    <dgm:cxn modelId="{08425F20-82CF-4DB4-9E76-15066E9F6EF3}" type="presParOf" srcId="{B2A53792-BBA5-4CDE-8D4F-2688547C3764}" destId="{74EA904A-8FD1-4A35-B1CE-310C73457D88}" srcOrd="0" destOrd="0" presId="urn:microsoft.com/office/officeart/2005/8/layout/vList3"/>
    <dgm:cxn modelId="{B4EBAD71-CA02-44F5-B96B-B29CDFDE1FAB}" type="presParOf" srcId="{B2A53792-BBA5-4CDE-8D4F-2688547C3764}" destId="{71C77D25-7616-48D8-9C11-C0C61BAEA46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B21BC4-F465-4FEA-AA8A-4266EB3D9A9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FA37D7-CEBC-412C-A7F0-4115D3B66639}">
      <dgm:prSet phldrT="[Text]"/>
      <dgm:spPr/>
      <dgm:t>
        <a:bodyPr/>
        <a:lstStyle/>
        <a:p>
          <a:r>
            <a:rPr lang="en-US" b="1" dirty="0"/>
            <a:t>Search</a:t>
          </a:r>
        </a:p>
        <a:p>
          <a:r>
            <a:rPr lang="en-US" b="1" dirty="0"/>
            <a:t>Engine</a:t>
          </a:r>
        </a:p>
      </dgm:t>
    </dgm:pt>
    <dgm:pt modelId="{5F724FA2-2892-4A69-B6A1-0CA26775D6D6}" type="parTrans" cxnId="{0C9CB963-704C-4F8E-B3C6-2980C014F48D}">
      <dgm:prSet/>
      <dgm:spPr/>
      <dgm:t>
        <a:bodyPr/>
        <a:lstStyle/>
        <a:p>
          <a:endParaRPr lang="en-US"/>
        </a:p>
      </dgm:t>
    </dgm:pt>
    <dgm:pt modelId="{62B7D13A-A5DC-4B77-8190-430B561CDB1D}" type="sibTrans" cxnId="{0C9CB963-704C-4F8E-B3C6-2980C014F48D}">
      <dgm:prSet/>
      <dgm:spPr/>
      <dgm:t>
        <a:bodyPr/>
        <a:lstStyle/>
        <a:p>
          <a:endParaRPr lang="en-US"/>
        </a:p>
      </dgm:t>
    </dgm:pt>
    <dgm:pt modelId="{47BCF5DA-FEB1-4D2A-9B60-3E824611741C}" type="asst">
      <dgm:prSet phldrT="[Text]"/>
      <dgm:spPr/>
      <dgm:t>
        <a:bodyPr/>
        <a:lstStyle/>
        <a:p>
          <a:r>
            <a:rPr lang="en-US" dirty="0"/>
            <a:t>Tools Find information related to a specific topic</a:t>
          </a:r>
        </a:p>
      </dgm:t>
    </dgm:pt>
    <dgm:pt modelId="{5D31B419-73FB-4C0E-92D2-8AD284B5D4BA}" type="parTrans" cxnId="{B68B1CE7-F9D7-4CA6-AE94-62295AF66FED}">
      <dgm:prSet/>
      <dgm:spPr/>
      <dgm:t>
        <a:bodyPr/>
        <a:lstStyle/>
        <a:p>
          <a:endParaRPr lang="en-US"/>
        </a:p>
      </dgm:t>
    </dgm:pt>
    <dgm:pt modelId="{AA6ED213-B3A0-466D-A2D4-8BEF6A3E80F5}" type="sibTrans" cxnId="{B68B1CE7-F9D7-4CA6-AE94-62295AF66FED}">
      <dgm:prSet/>
      <dgm:spPr/>
      <dgm:t>
        <a:bodyPr/>
        <a:lstStyle/>
        <a:p>
          <a:endParaRPr lang="en-US"/>
        </a:p>
      </dgm:t>
    </dgm:pt>
    <dgm:pt modelId="{0D9E331C-A51A-43DC-BC86-70E2EA1B0553}" type="pres">
      <dgm:prSet presAssocID="{5BB21BC4-F465-4FEA-AA8A-4266EB3D9A9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A3E3A61-5B56-479B-806B-CC179E0844A9}" type="pres">
      <dgm:prSet presAssocID="{01FA37D7-CEBC-412C-A7F0-4115D3B66639}" presName="hierRoot1" presStyleCnt="0">
        <dgm:presLayoutVars>
          <dgm:hierBranch val="init"/>
        </dgm:presLayoutVars>
      </dgm:prSet>
      <dgm:spPr/>
    </dgm:pt>
    <dgm:pt modelId="{7C13A597-949C-4E9D-84AC-3D96D0F0A68F}" type="pres">
      <dgm:prSet presAssocID="{01FA37D7-CEBC-412C-A7F0-4115D3B66639}" presName="rootComposite1" presStyleCnt="0"/>
      <dgm:spPr/>
    </dgm:pt>
    <dgm:pt modelId="{1DE46095-BDCB-46E0-A963-8E2F05B5B884}" type="pres">
      <dgm:prSet presAssocID="{01FA37D7-CEBC-412C-A7F0-4115D3B66639}" presName="rootText1" presStyleLbl="node0" presStyleIdx="0" presStyleCnt="1">
        <dgm:presLayoutVars>
          <dgm:chPref val="3"/>
        </dgm:presLayoutVars>
      </dgm:prSet>
      <dgm:spPr/>
    </dgm:pt>
    <dgm:pt modelId="{6B39030C-9EB4-4B14-91B5-2B67F6244319}" type="pres">
      <dgm:prSet presAssocID="{01FA37D7-CEBC-412C-A7F0-4115D3B66639}" presName="rootConnector1" presStyleLbl="node1" presStyleIdx="0" presStyleCnt="0"/>
      <dgm:spPr/>
    </dgm:pt>
    <dgm:pt modelId="{1F5F10CD-5FD4-42E4-956F-18AEBF1DEBAC}" type="pres">
      <dgm:prSet presAssocID="{01FA37D7-CEBC-412C-A7F0-4115D3B66639}" presName="hierChild2" presStyleCnt="0"/>
      <dgm:spPr/>
    </dgm:pt>
    <dgm:pt modelId="{981907AE-5C81-4E3D-98C0-ED723EB4DA83}" type="pres">
      <dgm:prSet presAssocID="{01FA37D7-CEBC-412C-A7F0-4115D3B66639}" presName="hierChild3" presStyleCnt="0"/>
      <dgm:spPr/>
    </dgm:pt>
    <dgm:pt modelId="{ABE1D2A8-D3A2-46A8-A358-C67BF13B52B8}" type="pres">
      <dgm:prSet presAssocID="{5D31B419-73FB-4C0E-92D2-8AD284B5D4BA}" presName="Name111" presStyleLbl="parChTrans1D2" presStyleIdx="0" presStyleCnt="1"/>
      <dgm:spPr/>
    </dgm:pt>
    <dgm:pt modelId="{A5C2FC4F-4A82-42C4-B6D8-73604B18BA59}" type="pres">
      <dgm:prSet presAssocID="{47BCF5DA-FEB1-4D2A-9B60-3E824611741C}" presName="hierRoot3" presStyleCnt="0">
        <dgm:presLayoutVars>
          <dgm:hierBranch val="init"/>
        </dgm:presLayoutVars>
      </dgm:prSet>
      <dgm:spPr/>
    </dgm:pt>
    <dgm:pt modelId="{61B13ECE-49B8-414E-B37B-A3E98006E6E0}" type="pres">
      <dgm:prSet presAssocID="{47BCF5DA-FEB1-4D2A-9B60-3E824611741C}" presName="rootComposite3" presStyleCnt="0"/>
      <dgm:spPr/>
    </dgm:pt>
    <dgm:pt modelId="{CD443A8A-C18B-4E19-A408-2E4C6EAB4EED}" type="pres">
      <dgm:prSet presAssocID="{47BCF5DA-FEB1-4D2A-9B60-3E824611741C}" presName="rootText3" presStyleLbl="asst1" presStyleIdx="0" presStyleCnt="1">
        <dgm:presLayoutVars>
          <dgm:chPref val="3"/>
        </dgm:presLayoutVars>
      </dgm:prSet>
      <dgm:spPr/>
    </dgm:pt>
    <dgm:pt modelId="{5CC25175-211F-448A-B7E6-513755C44A22}" type="pres">
      <dgm:prSet presAssocID="{47BCF5DA-FEB1-4D2A-9B60-3E824611741C}" presName="rootConnector3" presStyleLbl="asst1" presStyleIdx="0" presStyleCnt="1"/>
      <dgm:spPr/>
    </dgm:pt>
    <dgm:pt modelId="{723349A0-64A1-41EE-ABE2-F34B3FB2401C}" type="pres">
      <dgm:prSet presAssocID="{47BCF5DA-FEB1-4D2A-9B60-3E824611741C}" presName="hierChild6" presStyleCnt="0"/>
      <dgm:spPr/>
    </dgm:pt>
    <dgm:pt modelId="{0C10DD88-2C98-4E9D-A847-C6F6BE77CED6}" type="pres">
      <dgm:prSet presAssocID="{47BCF5DA-FEB1-4D2A-9B60-3E824611741C}" presName="hierChild7" presStyleCnt="0"/>
      <dgm:spPr/>
    </dgm:pt>
  </dgm:ptLst>
  <dgm:cxnLst>
    <dgm:cxn modelId="{FF341A17-A3A5-497C-9415-BA868CFD81E8}" type="presOf" srcId="{47BCF5DA-FEB1-4D2A-9B60-3E824611741C}" destId="{CD443A8A-C18B-4E19-A408-2E4C6EAB4EED}" srcOrd="0" destOrd="0" presId="urn:microsoft.com/office/officeart/2005/8/layout/orgChart1"/>
    <dgm:cxn modelId="{4022E81C-360B-4F54-B19A-FFAFD1443C08}" type="presOf" srcId="{01FA37D7-CEBC-412C-A7F0-4115D3B66639}" destId="{1DE46095-BDCB-46E0-A963-8E2F05B5B884}" srcOrd="0" destOrd="0" presId="urn:microsoft.com/office/officeart/2005/8/layout/orgChart1"/>
    <dgm:cxn modelId="{3364BA2D-4F75-4921-A24A-B308D67CEEB1}" type="presOf" srcId="{01FA37D7-CEBC-412C-A7F0-4115D3B66639}" destId="{6B39030C-9EB4-4B14-91B5-2B67F6244319}" srcOrd="1" destOrd="0" presId="urn:microsoft.com/office/officeart/2005/8/layout/orgChart1"/>
    <dgm:cxn modelId="{0C9CB963-704C-4F8E-B3C6-2980C014F48D}" srcId="{5BB21BC4-F465-4FEA-AA8A-4266EB3D9A99}" destId="{01FA37D7-CEBC-412C-A7F0-4115D3B66639}" srcOrd="0" destOrd="0" parTransId="{5F724FA2-2892-4A69-B6A1-0CA26775D6D6}" sibTransId="{62B7D13A-A5DC-4B77-8190-430B561CDB1D}"/>
    <dgm:cxn modelId="{0C81EB95-2D35-496B-A3D4-277234D944C8}" type="presOf" srcId="{47BCF5DA-FEB1-4D2A-9B60-3E824611741C}" destId="{5CC25175-211F-448A-B7E6-513755C44A22}" srcOrd="1" destOrd="0" presId="urn:microsoft.com/office/officeart/2005/8/layout/orgChart1"/>
    <dgm:cxn modelId="{ADDCE7AC-506E-413D-81AD-CECDECE0968D}" type="presOf" srcId="{5BB21BC4-F465-4FEA-AA8A-4266EB3D9A99}" destId="{0D9E331C-A51A-43DC-BC86-70E2EA1B0553}" srcOrd="0" destOrd="0" presId="urn:microsoft.com/office/officeart/2005/8/layout/orgChart1"/>
    <dgm:cxn modelId="{C7644CD5-C8E5-4219-AE4E-02A09CF09266}" type="presOf" srcId="{5D31B419-73FB-4C0E-92D2-8AD284B5D4BA}" destId="{ABE1D2A8-D3A2-46A8-A358-C67BF13B52B8}" srcOrd="0" destOrd="0" presId="urn:microsoft.com/office/officeart/2005/8/layout/orgChart1"/>
    <dgm:cxn modelId="{B68B1CE7-F9D7-4CA6-AE94-62295AF66FED}" srcId="{01FA37D7-CEBC-412C-A7F0-4115D3B66639}" destId="{47BCF5DA-FEB1-4D2A-9B60-3E824611741C}" srcOrd="0" destOrd="0" parTransId="{5D31B419-73FB-4C0E-92D2-8AD284B5D4BA}" sibTransId="{AA6ED213-B3A0-466D-A2D4-8BEF6A3E80F5}"/>
    <dgm:cxn modelId="{968187AC-F3F5-45D8-AC5A-F74F4ADA3219}" type="presParOf" srcId="{0D9E331C-A51A-43DC-BC86-70E2EA1B0553}" destId="{FA3E3A61-5B56-479B-806B-CC179E0844A9}" srcOrd="0" destOrd="0" presId="urn:microsoft.com/office/officeart/2005/8/layout/orgChart1"/>
    <dgm:cxn modelId="{62BB9C20-8F4E-4FC5-B4E6-D5BD88297DB3}" type="presParOf" srcId="{FA3E3A61-5B56-479B-806B-CC179E0844A9}" destId="{7C13A597-949C-4E9D-84AC-3D96D0F0A68F}" srcOrd="0" destOrd="0" presId="urn:microsoft.com/office/officeart/2005/8/layout/orgChart1"/>
    <dgm:cxn modelId="{0E20EAA3-E6E0-436C-95A8-DB31F808D3CF}" type="presParOf" srcId="{7C13A597-949C-4E9D-84AC-3D96D0F0A68F}" destId="{1DE46095-BDCB-46E0-A963-8E2F05B5B884}" srcOrd="0" destOrd="0" presId="urn:microsoft.com/office/officeart/2005/8/layout/orgChart1"/>
    <dgm:cxn modelId="{A8757A5E-EB1F-4BC9-873F-0AD76FDB55BB}" type="presParOf" srcId="{7C13A597-949C-4E9D-84AC-3D96D0F0A68F}" destId="{6B39030C-9EB4-4B14-91B5-2B67F6244319}" srcOrd="1" destOrd="0" presId="urn:microsoft.com/office/officeart/2005/8/layout/orgChart1"/>
    <dgm:cxn modelId="{3A794FA3-C8E9-4838-8E41-2B8BE6521237}" type="presParOf" srcId="{FA3E3A61-5B56-479B-806B-CC179E0844A9}" destId="{1F5F10CD-5FD4-42E4-956F-18AEBF1DEBAC}" srcOrd="1" destOrd="0" presId="urn:microsoft.com/office/officeart/2005/8/layout/orgChart1"/>
    <dgm:cxn modelId="{C02A121A-4D83-426F-89DF-10B1775AEFF0}" type="presParOf" srcId="{FA3E3A61-5B56-479B-806B-CC179E0844A9}" destId="{981907AE-5C81-4E3D-98C0-ED723EB4DA83}" srcOrd="2" destOrd="0" presId="urn:microsoft.com/office/officeart/2005/8/layout/orgChart1"/>
    <dgm:cxn modelId="{3804A2E9-F0EB-4F7E-B503-090083C7008E}" type="presParOf" srcId="{981907AE-5C81-4E3D-98C0-ED723EB4DA83}" destId="{ABE1D2A8-D3A2-46A8-A358-C67BF13B52B8}" srcOrd="0" destOrd="0" presId="urn:microsoft.com/office/officeart/2005/8/layout/orgChart1"/>
    <dgm:cxn modelId="{F0E5241E-E19D-4A7F-9843-7F0823865A80}" type="presParOf" srcId="{981907AE-5C81-4E3D-98C0-ED723EB4DA83}" destId="{A5C2FC4F-4A82-42C4-B6D8-73604B18BA59}" srcOrd="1" destOrd="0" presId="urn:microsoft.com/office/officeart/2005/8/layout/orgChart1"/>
    <dgm:cxn modelId="{F156BFA6-51D9-4EF2-A6B9-A3CAD7B066D0}" type="presParOf" srcId="{A5C2FC4F-4A82-42C4-B6D8-73604B18BA59}" destId="{61B13ECE-49B8-414E-B37B-A3E98006E6E0}" srcOrd="0" destOrd="0" presId="urn:microsoft.com/office/officeart/2005/8/layout/orgChart1"/>
    <dgm:cxn modelId="{C16241CE-1657-4C52-95CC-1A8E9D6EE2CF}" type="presParOf" srcId="{61B13ECE-49B8-414E-B37B-A3E98006E6E0}" destId="{CD443A8A-C18B-4E19-A408-2E4C6EAB4EED}" srcOrd="0" destOrd="0" presId="urn:microsoft.com/office/officeart/2005/8/layout/orgChart1"/>
    <dgm:cxn modelId="{70916066-79A8-4F37-BD73-FC0EEE30D614}" type="presParOf" srcId="{61B13ECE-49B8-414E-B37B-A3E98006E6E0}" destId="{5CC25175-211F-448A-B7E6-513755C44A22}" srcOrd="1" destOrd="0" presId="urn:microsoft.com/office/officeart/2005/8/layout/orgChart1"/>
    <dgm:cxn modelId="{FC3C942C-CB30-4E86-BC9B-B2C369C4312B}" type="presParOf" srcId="{A5C2FC4F-4A82-42C4-B6D8-73604B18BA59}" destId="{723349A0-64A1-41EE-ABE2-F34B3FB2401C}" srcOrd="1" destOrd="0" presId="urn:microsoft.com/office/officeart/2005/8/layout/orgChart1"/>
    <dgm:cxn modelId="{869F93ED-BC27-4E02-AE95-CDCA8D8BD07D}" type="presParOf" srcId="{A5C2FC4F-4A82-42C4-B6D8-73604B18BA59}" destId="{0C10DD88-2C98-4E9D-A847-C6F6BE77CED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3CDE28-CF5C-4B23-988F-6526405791F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0AFF1A-841E-4648-A0E0-7868F15A994A}">
      <dgm:prSet phldrT="[Text]"/>
      <dgm:spPr/>
      <dgm:t>
        <a:bodyPr/>
        <a:lstStyle/>
        <a:p>
          <a:r>
            <a:rPr lang="en-US" b="1" dirty="0"/>
            <a:t>Subject </a:t>
          </a:r>
        </a:p>
        <a:p>
          <a:r>
            <a:rPr lang="en-US" b="1" dirty="0"/>
            <a:t>Directory</a:t>
          </a:r>
        </a:p>
      </dgm:t>
    </dgm:pt>
    <dgm:pt modelId="{CE1556B8-B531-42CE-83BF-0463AD7D86D2}" type="parTrans" cxnId="{E9FC6963-A76F-4585-BB85-CE4A42CDD9EC}">
      <dgm:prSet/>
      <dgm:spPr/>
      <dgm:t>
        <a:bodyPr/>
        <a:lstStyle/>
        <a:p>
          <a:endParaRPr lang="en-US"/>
        </a:p>
      </dgm:t>
    </dgm:pt>
    <dgm:pt modelId="{284AAB14-131D-4D4E-B23F-14DD7BBA48DD}" type="sibTrans" cxnId="{E9FC6963-A76F-4585-BB85-CE4A42CDD9EC}">
      <dgm:prSet/>
      <dgm:spPr/>
      <dgm:t>
        <a:bodyPr/>
        <a:lstStyle/>
        <a:p>
          <a:endParaRPr lang="en-US"/>
        </a:p>
      </dgm:t>
    </dgm:pt>
    <dgm:pt modelId="{2E7140E2-F207-4221-8C00-14887F347740}" type="asst">
      <dgm:prSet phldrT="[Text]"/>
      <dgm:spPr/>
      <dgm:t>
        <a:bodyPr/>
        <a:lstStyle/>
        <a:p>
          <a:r>
            <a:rPr lang="en-US" dirty="0"/>
            <a:t>Classifies Web pages in an organized set of categories</a:t>
          </a:r>
        </a:p>
      </dgm:t>
    </dgm:pt>
    <dgm:pt modelId="{8E7A18DA-438C-451E-9F10-A52F0E31DDCE}" type="parTrans" cxnId="{AFD90E5E-D69B-45D5-BAF4-465CED0FEA35}">
      <dgm:prSet/>
      <dgm:spPr/>
      <dgm:t>
        <a:bodyPr/>
        <a:lstStyle/>
        <a:p>
          <a:endParaRPr lang="en-US"/>
        </a:p>
      </dgm:t>
    </dgm:pt>
    <dgm:pt modelId="{4826ED20-251F-42A9-9BB5-CBC919213C53}" type="sibTrans" cxnId="{AFD90E5E-D69B-45D5-BAF4-465CED0FEA35}">
      <dgm:prSet/>
      <dgm:spPr/>
      <dgm:t>
        <a:bodyPr/>
        <a:lstStyle/>
        <a:p>
          <a:endParaRPr lang="en-US"/>
        </a:p>
      </dgm:t>
    </dgm:pt>
    <dgm:pt modelId="{616AA13B-6DB1-40A8-B588-D15C4FBDD1CF}" type="pres">
      <dgm:prSet presAssocID="{0E3CDE28-CF5C-4B23-988F-6526405791F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CEA0DD2-8A00-48A8-B9D3-507ACECBD5DB}" type="pres">
      <dgm:prSet presAssocID="{C10AFF1A-841E-4648-A0E0-7868F15A994A}" presName="hierRoot1" presStyleCnt="0">
        <dgm:presLayoutVars>
          <dgm:hierBranch val="init"/>
        </dgm:presLayoutVars>
      </dgm:prSet>
      <dgm:spPr/>
    </dgm:pt>
    <dgm:pt modelId="{899B7669-2F2B-4A20-9BBA-2FFDB819D8B0}" type="pres">
      <dgm:prSet presAssocID="{C10AFF1A-841E-4648-A0E0-7868F15A994A}" presName="rootComposite1" presStyleCnt="0"/>
      <dgm:spPr/>
    </dgm:pt>
    <dgm:pt modelId="{8044F287-69CC-4F4A-BE33-59EDA812D3DA}" type="pres">
      <dgm:prSet presAssocID="{C10AFF1A-841E-4648-A0E0-7868F15A994A}" presName="rootText1" presStyleLbl="node0" presStyleIdx="0" presStyleCnt="1" custLinFactNeighborX="-56931" custLinFactNeighborY="-7668">
        <dgm:presLayoutVars>
          <dgm:chPref val="3"/>
        </dgm:presLayoutVars>
      </dgm:prSet>
      <dgm:spPr/>
    </dgm:pt>
    <dgm:pt modelId="{79AB5725-9A15-401D-A6C1-407D99EF33C5}" type="pres">
      <dgm:prSet presAssocID="{C10AFF1A-841E-4648-A0E0-7868F15A994A}" presName="rootConnector1" presStyleLbl="node1" presStyleIdx="0" presStyleCnt="0"/>
      <dgm:spPr/>
    </dgm:pt>
    <dgm:pt modelId="{8B769F8F-56C3-4F48-84BF-27402F9B3EF4}" type="pres">
      <dgm:prSet presAssocID="{C10AFF1A-841E-4648-A0E0-7868F15A994A}" presName="hierChild2" presStyleCnt="0"/>
      <dgm:spPr/>
    </dgm:pt>
    <dgm:pt modelId="{DFF1B547-03A5-49B1-B57F-87768BDF64FC}" type="pres">
      <dgm:prSet presAssocID="{C10AFF1A-841E-4648-A0E0-7868F15A994A}" presName="hierChild3" presStyleCnt="0"/>
      <dgm:spPr/>
    </dgm:pt>
    <dgm:pt modelId="{80D48EA3-A8A5-4464-92B7-F07F9654A3D7}" type="pres">
      <dgm:prSet presAssocID="{8E7A18DA-438C-451E-9F10-A52F0E31DDCE}" presName="Name111" presStyleLbl="parChTrans1D2" presStyleIdx="0" presStyleCnt="1"/>
      <dgm:spPr/>
    </dgm:pt>
    <dgm:pt modelId="{E7930964-AF22-484F-A03B-4DDEC986D405}" type="pres">
      <dgm:prSet presAssocID="{2E7140E2-F207-4221-8C00-14887F347740}" presName="hierRoot3" presStyleCnt="0">
        <dgm:presLayoutVars>
          <dgm:hierBranch val="init"/>
        </dgm:presLayoutVars>
      </dgm:prSet>
      <dgm:spPr/>
    </dgm:pt>
    <dgm:pt modelId="{A0AAB3A3-E7CB-4B7F-97EE-535A9E6A425A}" type="pres">
      <dgm:prSet presAssocID="{2E7140E2-F207-4221-8C00-14887F347740}" presName="rootComposite3" presStyleCnt="0"/>
      <dgm:spPr/>
    </dgm:pt>
    <dgm:pt modelId="{61CB97F4-D9D8-444F-8DE3-3C09D3FBCA3C}" type="pres">
      <dgm:prSet presAssocID="{2E7140E2-F207-4221-8C00-14887F347740}" presName="rootText3" presStyleLbl="asst1" presStyleIdx="0" presStyleCnt="1" custLinFactNeighborX="60564" custLinFactNeighborY="-21969">
        <dgm:presLayoutVars>
          <dgm:chPref val="3"/>
        </dgm:presLayoutVars>
      </dgm:prSet>
      <dgm:spPr/>
    </dgm:pt>
    <dgm:pt modelId="{E1D9420F-98F6-4473-A608-B7D5161DFD51}" type="pres">
      <dgm:prSet presAssocID="{2E7140E2-F207-4221-8C00-14887F347740}" presName="rootConnector3" presStyleLbl="asst1" presStyleIdx="0" presStyleCnt="1"/>
      <dgm:spPr/>
    </dgm:pt>
    <dgm:pt modelId="{6F27A714-3221-4363-A9E6-5BFF893D1D65}" type="pres">
      <dgm:prSet presAssocID="{2E7140E2-F207-4221-8C00-14887F347740}" presName="hierChild6" presStyleCnt="0"/>
      <dgm:spPr/>
    </dgm:pt>
    <dgm:pt modelId="{C47D6112-30B2-4E11-A834-2EF7B52ADEC1}" type="pres">
      <dgm:prSet presAssocID="{2E7140E2-F207-4221-8C00-14887F347740}" presName="hierChild7" presStyleCnt="0"/>
      <dgm:spPr/>
    </dgm:pt>
  </dgm:ptLst>
  <dgm:cxnLst>
    <dgm:cxn modelId="{09E4E03A-816C-40C6-81C9-F2066070E6CE}" type="presOf" srcId="{C10AFF1A-841E-4648-A0E0-7868F15A994A}" destId="{79AB5725-9A15-401D-A6C1-407D99EF33C5}" srcOrd="1" destOrd="0" presId="urn:microsoft.com/office/officeart/2005/8/layout/orgChart1"/>
    <dgm:cxn modelId="{099F3F5D-314A-4022-AA2F-EA0F6C479E06}" type="presOf" srcId="{C10AFF1A-841E-4648-A0E0-7868F15A994A}" destId="{8044F287-69CC-4F4A-BE33-59EDA812D3DA}" srcOrd="0" destOrd="0" presId="urn:microsoft.com/office/officeart/2005/8/layout/orgChart1"/>
    <dgm:cxn modelId="{AFD90E5E-D69B-45D5-BAF4-465CED0FEA35}" srcId="{C10AFF1A-841E-4648-A0E0-7868F15A994A}" destId="{2E7140E2-F207-4221-8C00-14887F347740}" srcOrd="0" destOrd="0" parTransId="{8E7A18DA-438C-451E-9F10-A52F0E31DDCE}" sibTransId="{4826ED20-251F-42A9-9BB5-CBC919213C53}"/>
    <dgm:cxn modelId="{E9FC6963-A76F-4585-BB85-CE4A42CDD9EC}" srcId="{0E3CDE28-CF5C-4B23-988F-6526405791FD}" destId="{C10AFF1A-841E-4648-A0E0-7868F15A994A}" srcOrd="0" destOrd="0" parTransId="{CE1556B8-B531-42CE-83BF-0463AD7D86D2}" sibTransId="{284AAB14-131D-4D4E-B23F-14DD7BBA48DD}"/>
    <dgm:cxn modelId="{C5A1816C-AB81-4E8C-A656-25D562B71462}" type="presOf" srcId="{8E7A18DA-438C-451E-9F10-A52F0E31DDCE}" destId="{80D48EA3-A8A5-4464-92B7-F07F9654A3D7}" srcOrd="0" destOrd="0" presId="urn:microsoft.com/office/officeart/2005/8/layout/orgChart1"/>
    <dgm:cxn modelId="{26C2E099-2904-4446-89B2-59D8CE133052}" type="presOf" srcId="{2E7140E2-F207-4221-8C00-14887F347740}" destId="{61CB97F4-D9D8-444F-8DE3-3C09D3FBCA3C}" srcOrd="0" destOrd="0" presId="urn:microsoft.com/office/officeart/2005/8/layout/orgChart1"/>
    <dgm:cxn modelId="{654ACFC4-0D29-4EAE-9E9B-9AA2AD218BD3}" type="presOf" srcId="{0E3CDE28-CF5C-4B23-988F-6526405791FD}" destId="{616AA13B-6DB1-40A8-B588-D15C4FBDD1CF}" srcOrd="0" destOrd="0" presId="urn:microsoft.com/office/officeart/2005/8/layout/orgChart1"/>
    <dgm:cxn modelId="{9457FBF0-ECD0-4891-93E9-028FDF443DBD}" type="presOf" srcId="{2E7140E2-F207-4221-8C00-14887F347740}" destId="{E1D9420F-98F6-4473-A608-B7D5161DFD51}" srcOrd="1" destOrd="0" presId="urn:microsoft.com/office/officeart/2005/8/layout/orgChart1"/>
    <dgm:cxn modelId="{06DEDF74-5DAC-458B-9655-364BF7ADD510}" type="presParOf" srcId="{616AA13B-6DB1-40A8-B588-D15C4FBDD1CF}" destId="{1CEA0DD2-8A00-48A8-B9D3-507ACECBD5DB}" srcOrd="0" destOrd="0" presId="urn:microsoft.com/office/officeart/2005/8/layout/orgChart1"/>
    <dgm:cxn modelId="{D6059FB6-7390-47C4-A68C-AD993179CAEA}" type="presParOf" srcId="{1CEA0DD2-8A00-48A8-B9D3-507ACECBD5DB}" destId="{899B7669-2F2B-4A20-9BBA-2FFDB819D8B0}" srcOrd="0" destOrd="0" presId="urn:microsoft.com/office/officeart/2005/8/layout/orgChart1"/>
    <dgm:cxn modelId="{99FBCFEC-3D5C-4B7F-9D6E-819A904FCE4A}" type="presParOf" srcId="{899B7669-2F2B-4A20-9BBA-2FFDB819D8B0}" destId="{8044F287-69CC-4F4A-BE33-59EDA812D3DA}" srcOrd="0" destOrd="0" presId="urn:microsoft.com/office/officeart/2005/8/layout/orgChart1"/>
    <dgm:cxn modelId="{2EFCE98C-BE61-4086-83F9-B0BA8E7DF65F}" type="presParOf" srcId="{899B7669-2F2B-4A20-9BBA-2FFDB819D8B0}" destId="{79AB5725-9A15-401D-A6C1-407D99EF33C5}" srcOrd="1" destOrd="0" presId="urn:microsoft.com/office/officeart/2005/8/layout/orgChart1"/>
    <dgm:cxn modelId="{9D2837D7-E7B7-4C02-8109-2F0A6AC4A87B}" type="presParOf" srcId="{1CEA0DD2-8A00-48A8-B9D3-507ACECBD5DB}" destId="{8B769F8F-56C3-4F48-84BF-27402F9B3EF4}" srcOrd="1" destOrd="0" presId="urn:microsoft.com/office/officeart/2005/8/layout/orgChart1"/>
    <dgm:cxn modelId="{262EED61-CA8B-436D-97BD-A70CED2829CE}" type="presParOf" srcId="{1CEA0DD2-8A00-48A8-B9D3-507ACECBD5DB}" destId="{DFF1B547-03A5-49B1-B57F-87768BDF64FC}" srcOrd="2" destOrd="0" presId="urn:microsoft.com/office/officeart/2005/8/layout/orgChart1"/>
    <dgm:cxn modelId="{A29B0C94-FA55-4ACB-9D71-0F3FB3286E22}" type="presParOf" srcId="{DFF1B547-03A5-49B1-B57F-87768BDF64FC}" destId="{80D48EA3-A8A5-4464-92B7-F07F9654A3D7}" srcOrd="0" destOrd="0" presId="urn:microsoft.com/office/officeart/2005/8/layout/orgChart1"/>
    <dgm:cxn modelId="{E6690BEE-527A-48DE-805C-D78EFF85F014}" type="presParOf" srcId="{DFF1B547-03A5-49B1-B57F-87768BDF64FC}" destId="{E7930964-AF22-484F-A03B-4DDEC986D405}" srcOrd="1" destOrd="0" presId="urn:microsoft.com/office/officeart/2005/8/layout/orgChart1"/>
    <dgm:cxn modelId="{A68E154E-0903-4C20-9EF9-01DDA2784E62}" type="presParOf" srcId="{E7930964-AF22-484F-A03B-4DDEC986D405}" destId="{A0AAB3A3-E7CB-4B7F-97EE-535A9E6A425A}" srcOrd="0" destOrd="0" presId="urn:microsoft.com/office/officeart/2005/8/layout/orgChart1"/>
    <dgm:cxn modelId="{F419D0CB-7819-4447-885A-75E709131886}" type="presParOf" srcId="{A0AAB3A3-E7CB-4B7F-97EE-535A9E6A425A}" destId="{61CB97F4-D9D8-444F-8DE3-3C09D3FBCA3C}" srcOrd="0" destOrd="0" presId="urn:microsoft.com/office/officeart/2005/8/layout/orgChart1"/>
    <dgm:cxn modelId="{E28DAAB3-D74A-4CF8-BF0B-DE20E69F45A8}" type="presParOf" srcId="{A0AAB3A3-E7CB-4B7F-97EE-535A9E6A425A}" destId="{E1D9420F-98F6-4473-A608-B7D5161DFD51}" srcOrd="1" destOrd="0" presId="urn:microsoft.com/office/officeart/2005/8/layout/orgChart1"/>
    <dgm:cxn modelId="{3BC98CA9-6A10-4052-8983-74C3B83EB2BA}" type="presParOf" srcId="{E7930964-AF22-484F-A03B-4DDEC986D405}" destId="{6F27A714-3221-4363-A9E6-5BFF893D1D65}" srcOrd="1" destOrd="0" presId="urn:microsoft.com/office/officeart/2005/8/layout/orgChart1"/>
    <dgm:cxn modelId="{1C4F6FDF-6249-4D5E-83B7-765F625D3E29}" type="presParOf" srcId="{E7930964-AF22-484F-A03B-4DDEC986D405}" destId="{C47D6112-30B2-4E11-A834-2EF7B52ADEC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0888FC-7FB5-4A77-B96B-96B8E7D50BE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173E1D6-9E19-4E74-9505-2300A5F55009}">
      <dgm:prSet phldrT="[Text]"/>
      <dgm:spPr/>
      <dgm:t>
        <a:bodyPr/>
        <a:lstStyle/>
        <a:p>
          <a:r>
            <a:rPr lang="en-US" b="0" i="0" dirty="0"/>
            <a:t>Plan a Web site</a:t>
          </a:r>
          <a:endParaRPr lang="en-US" dirty="0"/>
        </a:p>
      </dgm:t>
    </dgm:pt>
    <dgm:pt modelId="{4607B63D-E19D-4F4A-9921-7F40EB72E17F}" type="parTrans" cxnId="{CA06A56F-532A-4469-ADC8-79E957F8A763}">
      <dgm:prSet/>
      <dgm:spPr/>
      <dgm:t>
        <a:bodyPr/>
        <a:lstStyle/>
        <a:p>
          <a:endParaRPr lang="en-US"/>
        </a:p>
      </dgm:t>
    </dgm:pt>
    <dgm:pt modelId="{7E2207AC-88D1-4129-A633-9B4A17ABC2B7}" type="sibTrans" cxnId="{CA06A56F-532A-4469-ADC8-79E957F8A763}">
      <dgm:prSet/>
      <dgm:spPr/>
      <dgm:t>
        <a:bodyPr/>
        <a:lstStyle/>
        <a:p>
          <a:endParaRPr lang="en-US"/>
        </a:p>
      </dgm:t>
    </dgm:pt>
    <dgm:pt modelId="{A7E012E0-D961-4657-BA9A-E66A82DE3F52}">
      <dgm:prSet phldrT="[Text]"/>
      <dgm:spPr/>
      <dgm:t>
        <a:bodyPr/>
        <a:lstStyle/>
        <a:p>
          <a:r>
            <a:rPr lang="en-US" dirty="0"/>
            <a:t>Analyze and Design a Website</a:t>
          </a:r>
        </a:p>
      </dgm:t>
    </dgm:pt>
    <dgm:pt modelId="{F73290FB-C2A3-40EB-BB03-24ABAA870FA8}" type="parTrans" cxnId="{199773FE-C9B0-421D-BAAC-EA18D4F55A2E}">
      <dgm:prSet/>
      <dgm:spPr/>
      <dgm:t>
        <a:bodyPr/>
        <a:lstStyle/>
        <a:p>
          <a:endParaRPr lang="en-US"/>
        </a:p>
      </dgm:t>
    </dgm:pt>
    <dgm:pt modelId="{FD0D363E-CF96-449A-9FAD-8CB9BDD4EF1C}" type="sibTrans" cxnId="{199773FE-C9B0-421D-BAAC-EA18D4F55A2E}">
      <dgm:prSet/>
      <dgm:spPr/>
      <dgm:t>
        <a:bodyPr/>
        <a:lstStyle/>
        <a:p>
          <a:endParaRPr lang="en-US"/>
        </a:p>
      </dgm:t>
    </dgm:pt>
    <dgm:pt modelId="{6E2B4D57-0CEB-403D-B231-7BEBAB1B48D4}">
      <dgm:prSet phldrT="[Text]"/>
      <dgm:spPr/>
      <dgm:t>
        <a:bodyPr/>
        <a:lstStyle/>
        <a:p>
          <a:r>
            <a:rPr lang="en-US" dirty="0"/>
            <a:t>Create a Website</a:t>
          </a:r>
        </a:p>
      </dgm:t>
    </dgm:pt>
    <dgm:pt modelId="{A28DEC11-78B9-40AB-800E-1EF6872DCA6F}" type="parTrans" cxnId="{231326D5-6884-421E-8AEB-5D3C5D705E59}">
      <dgm:prSet/>
      <dgm:spPr/>
      <dgm:t>
        <a:bodyPr/>
        <a:lstStyle/>
        <a:p>
          <a:endParaRPr lang="en-US"/>
        </a:p>
      </dgm:t>
    </dgm:pt>
    <dgm:pt modelId="{BFF7E70F-B5BE-440F-B165-B51A36EEC66C}" type="sibTrans" cxnId="{231326D5-6884-421E-8AEB-5D3C5D705E59}">
      <dgm:prSet/>
      <dgm:spPr/>
      <dgm:t>
        <a:bodyPr/>
        <a:lstStyle/>
        <a:p>
          <a:endParaRPr lang="en-US"/>
        </a:p>
      </dgm:t>
    </dgm:pt>
    <dgm:pt modelId="{0E2B58B3-7334-4A60-98C6-A38FB8E20EE7}">
      <dgm:prSet phldrT="[Text]"/>
      <dgm:spPr/>
      <dgm:t>
        <a:bodyPr/>
        <a:lstStyle/>
        <a:p>
          <a:r>
            <a:rPr lang="en-US" dirty="0"/>
            <a:t>Deploy a Website</a:t>
          </a:r>
        </a:p>
      </dgm:t>
    </dgm:pt>
    <dgm:pt modelId="{4A432A16-EB76-4E26-A3EB-E2B01265FA11}" type="parTrans" cxnId="{607A2766-A2FF-4912-B264-7EC7D7D62E08}">
      <dgm:prSet/>
      <dgm:spPr/>
      <dgm:t>
        <a:bodyPr/>
        <a:lstStyle/>
        <a:p>
          <a:endParaRPr lang="en-US"/>
        </a:p>
      </dgm:t>
    </dgm:pt>
    <dgm:pt modelId="{4C49E7C2-BE94-4240-8365-BA5BF73C36F5}" type="sibTrans" cxnId="{607A2766-A2FF-4912-B264-7EC7D7D62E08}">
      <dgm:prSet/>
      <dgm:spPr/>
      <dgm:t>
        <a:bodyPr/>
        <a:lstStyle/>
        <a:p>
          <a:endParaRPr lang="en-US"/>
        </a:p>
      </dgm:t>
    </dgm:pt>
    <dgm:pt modelId="{4613B6F2-2C0A-4D93-B6B0-DE6A9BF22058}">
      <dgm:prSet phldrT="[Text]"/>
      <dgm:spPr/>
      <dgm:t>
        <a:bodyPr/>
        <a:lstStyle/>
        <a:p>
          <a:r>
            <a:rPr lang="en-US" dirty="0"/>
            <a:t>Maintain a Website</a:t>
          </a:r>
        </a:p>
      </dgm:t>
    </dgm:pt>
    <dgm:pt modelId="{5D74CDA5-7068-429F-93CF-8BD31772BDBF}" type="parTrans" cxnId="{DAEBFA9C-BEE8-4D89-A7BD-DC9A611739CA}">
      <dgm:prSet/>
      <dgm:spPr/>
      <dgm:t>
        <a:bodyPr/>
        <a:lstStyle/>
        <a:p>
          <a:endParaRPr lang="en-US"/>
        </a:p>
      </dgm:t>
    </dgm:pt>
    <dgm:pt modelId="{2D823859-861C-4FF4-95B5-720F6E75ABCC}" type="sibTrans" cxnId="{DAEBFA9C-BEE8-4D89-A7BD-DC9A611739CA}">
      <dgm:prSet/>
      <dgm:spPr/>
      <dgm:t>
        <a:bodyPr/>
        <a:lstStyle/>
        <a:p>
          <a:endParaRPr lang="en-US"/>
        </a:p>
      </dgm:t>
    </dgm:pt>
    <dgm:pt modelId="{BA58EFD0-BD6F-4152-AB62-63CD762B1743}" type="pres">
      <dgm:prSet presAssocID="{D90888FC-7FB5-4A77-B96B-96B8E7D50BE5}" presName="Name0" presStyleCnt="0">
        <dgm:presLayoutVars>
          <dgm:dir/>
          <dgm:resizeHandles val="exact"/>
        </dgm:presLayoutVars>
      </dgm:prSet>
      <dgm:spPr/>
    </dgm:pt>
    <dgm:pt modelId="{83F3849E-D921-406C-99BE-8E35F76B6424}" type="pres">
      <dgm:prSet presAssocID="{C173E1D6-9E19-4E74-9505-2300A5F55009}" presName="node" presStyleLbl="node1" presStyleIdx="0" presStyleCnt="5">
        <dgm:presLayoutVars>
          <dgm:bulletEnabled val="1"/>
        </dgm:presLayoutVars>
      </dgm:prSet>
      <dgm:spPr/>
    </dgm:pt>
    <dgm:pt modelId="{53C9C046-9898-4682-8C94-050D4C6C1988}" type="pres">
      <dgm:prSet presAssocID="{7E2207AC-88D1-4129-A633-9B4A17ABC2B7}" presName="sibTrans" presStyleLbl="sibTrans2D1" presStyleIdx="0" presStyleCnt="4"/>
      <dgm:spPr/>
    </dgm:pt>
    <dgm:pt modelId="{6BECAA77-0F73-41CB-8826-DA18554F3A93}" type="pres">
      <dgm:prSet presAssocID="{7E2207AC-88D1-4129-A633-9B4A17ABC2B7}" presName="connectorText" presStyleLbl="sibTrans2D1" presStyleIdx="0" presStyleCnt="4"/>
      <dgm:spPr/>
    </dgm:pt>
    <dgm:pt modelId="{0D2AC784-C61F-4EB9-946E-EAD53D3102D4}" type="pres">
      <dgm:prSet presAssocID="{A7E012E0-D961-4657-BA9A-E66A82DE3F52}" presName="node" presStyleLbl="node1" presStyleIdx="1" presStyleCnt="5">
        <dgm:presLayoutVars>
          <dgm:bulletEnabled val="1"/>
        </dgm:presLayoutVars>
      </dgm:prSet>
      <dgm:spPr/>
    </dgm:pt>
    <dgm:pt modelId="{B3FA5EE9-AC69-44AA-BADC-0737545A4A55}" type="pres">
      <dgm:prSet presAssocID="{FD0D363E-CF96-449A-9FAD-8CB9BDD4EF1C}" presName="sibTrans" presStyleLbl="sibTrans2D1" presStyleIdx="1" presStyleCnt="4"/>
      <dgm:spPr/>
    </dgm:pt>
    <dgm:pt modelId="{6C2A5B19-AB0B-49E3-B920-471DE839DA2E}" type="pres">
      <dgm:prSet presAssocID="{FD0D363E-CF96-449A-9FAD-8CB9BDD4EF1C}" presName="connectorText" presStyleLbl="sibTrans2D1" presStyleIdx="1" presStyleCnt="4"/>
      <dgm:spPr/>
    </dgm:pt>
    <dgm:pt modelId="{194F6ABE-202F-4F62-9F8B-08556D6C48E2}" type="pres">
      <dgm:prSet presAssocID="{6E2B4D57-0CEB-403D-B231-7BEBAB1B48D4}" presName="node" presStyleLbl="node1" presStyleIdx="2" presStyleCnt="5">
        <dgm:presLayoutVars>
          <dgm:bulletEnabled val="1"/>
        </dgm:presLayoutVars>
      </dgm:prSet>
      <dgm:spPr/>
    </dgm:pt>
    <dgm:pt modelId="{8B7B681D-2245-471A-8809-2BE7B48AB21F}" type="pres">
      <dgm:prSet presAssocID="{BFF7E70F-B5BE-440F-B165-B51A36EEC66C}" presName="sibTrans" presStyleLbl="sibTrans2D1" presStyleIdx="2" presStyleCnt="4"/>
      <dgm:spPr/>
    </dgm:pt>
    <dgm:pt modelId="{F5A2A1DA-2935-43F6-9675-FD1FFE098525}" type="pres">
      <dgm:prSet presAssocID="{BFF7E70F-B5BE-440F-B165-B51A36EEC66C}" presName="connectorText" presStyleLbl="sibTrans2D1" presStyleIdx="2" presStyleCnt="4"/>
      <dgm:spPr/>
    </dgm:pt>
    <dgm:pt modelId="{5D0DAC7C-6999-4C27-BF01-5552738149C8}" type="pres">
      <dgm:prSet presAssocID="{0E2B58B3-7334-4A60-98C6-A38FB8E20EE7}" presName="node" presStyleLbl="node1" presStyleIdx="3" presStyleCnt="5">
        <dgm:presLayoutVars>
          <dgm:bulletEnabled val="1"/>
        </dgm:presLayoutVars>
      </dgm:prSet>
      <dgm:spPr/>
    </dgm:pt>
    <dgm:pt modelId="{C747A4A2-D135-449D-93E6-E5D8190312F2}" type="pres">
      <dgm:prSet presAssocID="{4C49E7C2-BE94-4240-8365-BA5BF73C36F5}" presName="sibTrans" presStyleLbl="sibTrans2D1" presStyleIdx="3" presStyleCnt="4"/>
      <dgm:spPr/>
    </dgm:pt>
    <dgm:pt modelId="{0FAC4228-E250-4366-8ED1-6F2F6FA1CB6D}" type="pres">
      <dgm:prSet presAssocID="{4C49E7C2-BE94-4240-8365-BA5BF73C36F5}" presName="connectorText" presStyleLbl="sibTrans2D1" presStyleIdx="3" presStyleCnt="4"/>
      <dgm:spPr/>
    </dgm:pt>
    <dgm:pt modelId="{880D8314-E552-40BA-93DE-6B73E0A3A77E}" type="pres">
      <dgm:prSet presAssocID="{4613B6F2-2C0A-4D93-B6B0-DE6A9BF22058}" presName="node" presStyleLbl="node1" presStyleIdx="4" presStyleCnt="5">
        <dgm:presLayoutVars>
          <dgm:bulletEnabled val="1"/>
        </dgm:presLayoutVars>
      </dgm:prSet>
      <dgm:spPr/>
    </dgm:pt>
  </dgm:ptLst>
  <dgm:cxnLst>
    <dgm:cxn modelId="{32594811-52CF-4336-A11C-674C1B5765F7}" type="presOf" srcId="{D90888FC-7FB5-4A77-B96B-96B8E7D50BE5}" destId="{BA58EFD0-BD6F-4152-AB62-63CD762B1743}" srcOrd="0" destOrd="0" presId="urn:microsoft.com/office/officeart/2005/8/layout/process1"/>
    <dgm:cxn modelId="{49B52322-B3C1-46B7-BC67-6EFF920427D2}" type="presOf" srcId="{0E2B58B3-7334-4A60-98C6-A38FB8E20EE7}" destId="{5D0DAC7C-6999-4C27-BF01-5552738149C8}" srcOrd="0" destOrd="0" presId="urn:microsoft.com/office/officeart/2005/8/layout/process1"/>
    <dgm:cxn modelId="{78EA032D-D8C3-44C8-BB2B-732B2063E3FC}" type="presOf" srcId="{FD0D363E-CF96-449A-9FAD-8CB9BDD4EF1C}" destId="{6C2A5B19-AB0B-49E3-B920-471DE839DA2E}" srcOrd="1" destOrd="0" presId="urn:microsoft.com/office/officeart/2005/8/layout/process1"/>
    <dgm:cxn modelId="{607A2766-A2FF-4912-B264-7EC7D7D62E08}" srcId="{D90888FC-7FB5-4A77-B96B-96B8E7D50BE5}" destId="{0E2B58B3-7334-4A60-98C6-A38FB8E20EE7}" srcOrd="3" destOrd="0" parTransId="{4A432A16-EB76-4E26-A3EB-E2B01265FA11}" sibTransId="{4C49E7C2-BE94-4240-8365-BA5BF73C36F5}"/>
    <dgm:cxn modelId="{3930784C-639B-4D59-8360-92282B056DB6}" type="presOf" srcId="{BFF7E70F-B5BE-440F-B165-B51A36EEC66C}" destId="{8B7B681D-2245-471A-8809-2BE7B48AB21F}" srcOrd="0" destOrd="0" presId="urn:microsoft.com/office/officeart/2005/8/layout/process1"/>
    <dgm:cxn modelId="{CA06A56F-532A-4469-ADC8-79E957F8A763}" srcId="{D90888FC-7FB5-4A77-B96B-96B8E7D50BE5}" destId="{C173E1D6-9E19-4E74-9505-2300A5F55009}" srcOrd="0" destOrd="0" parTransId="{4607B63D-E19D-4F4A-9921-7F40EB72E17F}" sibTransId="{7E2207AC-88D1-4129-A633-9B4A17ABC2B7}"/>
    <dgm:cxn modelId="{BE59BA4F-BD0E-4BD8-9359-142E44594028}" type="presOf" srcId="{7E2207AC-88D1-4129-A633-9B4A17ABC2B7}" destId="{6BECAA77-0F73-41CB-8826-DA18554F3A93}" srcOrd="1" destOrd="0" presId="urn:microsoft.com/office/officeart/2005/8/layout/process1"/>
    <dgm:cxn modelId="{312DA456-36BE-4A25-A59E-F8459D507EAC}" type="presOf" srcId="{BFF7E70F-B5BE-440F-B165-B51A36EEC66C}" destId="{F5A2A1DA-2935-43F6-9675-FD1FFE098525}" srcOrd="1" destOrd="0" presId="urn:microsoft.com/office/officeart/2005/8/layout/process1"/>
    <dgm:cxn modelId="{81D95F8E-C398-4AD7-8677-81E18AC69D4C}" type="presOf" srcId="{4C49E7C2-BE94-4240-8365-BA5BF73C36F5}" destId="{C747A4A2-D135-449D-93E6-E5D8190312F2}" srcOrd="0" destOrd="0" presId="urn:microsoft.com/office/officeart/2005/8/layout/process1"/>
    <dgm:cxn modelId="{DAEBFA9C-BEE8-4D89-A7BD-DC9A611739CA}" srcId="{D90888FC-7FB5-4A77-B96B-96B8E7D50BE5}" destId="{4613B6F2-2C0A-4D93-B6B0-DE6A9BF22058}" srcOrd="4" destOrd="0" parTransId="{5D74CDA5-7068-429F-93CF-8BD31772BDBF}" sibTransId="{2D823859-861C-4FF4-95B5-720F6E75ABCC}"/>
    <dgm:cxn modelId="{737071A4-AED6-42EC-9EF4-8CA7BF233E7E}" type="presOf" srcId="{6E2B4D57-0CEB-403D-B231-7BEBAB1B48D4}" destId="{194F6ABE-202F-4F62-9F8B-08556D6C48E2}" srcOrd="0" destOrd="0" presId="urn:microsoft.com/office/officeart/2005/8/layout/process1"/>
    <dgm:cxn modelId="{C9BD55B4-C4B1-48BA-AAE1-CAAF26792C18}" type="presOf" srcId="{A7E012E0-D961-4657-BA9A-E66A82DE3F52}" destId="{0D2AC784-C61F-4EB9-946E-EAD53D3102D4}" srcOrd="0" destOrd="0" presId="urn:microsoft.com/office/officeart/2005/8/layout/process1"/>
    <dgm:cxn modelId="{A09757CD-3957-4DF1-A5A1-D6F1027A0213}" type="presOf" srcId="{7E2207AC-88D1-4129-A633-9B4A17ABC2B7}" destId="{53C9C046-9898-4682-8C94-050D4C6C1988}" srcOrd="0" destOrd="0" presId="urn:microsoft.com/office/officeart/2005/8/layout/process1"/>
    <dgm:cxn modelId="{A6A929D4-D340-4F0B-A997-13A38C8C2514}" type="presOf" srcId="{FD0D363E-CF96-449A-9FAD-8CB9BDD4EF1C}" destId="{B3FA5EE9-AC69-44AA-BADC-0737545A4A55}" srcOrd="0" destOrd="0" presId="urn:microsoft.com/office/officeart/2005/8/layout/process1"/>
    <dgm:cxn modelId="{231326D5-6884-421E-8AEB-5D3C5D705E59}" srcId="{D90888FC-7FB5-4A77-B96B-96B8E7D50BE5}" destId="{6E2B4D57-0CEB-403D-B231-7BEBAB1B48D4}" srcOrd="2" destOrd="0" parTransId="{A28DEC11-78B9-40AB-800E-1EF6872DCA6F}" sibTransId="{BFF7E70F-B5BE-440F-B165-B51A36EEC66C}"/>
    <dgm:cxn modelId="{F16597D8-8F39-4D43-88D9-2A44F4437867}" type="presOf" srcId="{4C49E7C2-BE94-4240-8365-BA5BF73C36F5}" destId="{0FAC4228-E250-4366-8ED1-6F2F6FA1CB6D}" srcOrd="1" destOrd="0" presId="urn:microsoft.com/office/officeart/2005/8/layout/process1"/>
    <dgm:cxn modelId="{D05DB2DA-1727-4406-AD58-DDCA8105B193}" type="presOf" srcId="{4613B6F2-2C0A-4D93-B6B0-DE6A9BF22058}" destId="{880D8314-E552-40BA-93DE-6B73E0A3A77E}" srcOrd="0" destOrd="0" presId="urn:microsoft.com/office/officeart/2005/8/layout/process1"/>
    <dgm:cxn modelId="{9CFC3DF8-561C-44A8-B83A-C914228C89CC}" type="presOf" srcId="{C173E1D6-9E19-4E74-9505-2300A5F55009}" destId="{83F3849E-D921-406C-99BE-8E35F76B6424}" srcOrd="0" destOrd="0" presId="urn:microsoft.com/office/officeart/2005/8/layout/process1"/>
    <dgm:cxn modelId="{199773FE-C9B0-421D-BAAC-EA18D4F55A2E}" srcId="{D90888FC-7FB5-4A77-B96B-96B8E7D50BE5}" destId="{A7E012E0-D961-4657-BA9A-E66A82DE3F52}" srcOrd="1" destOrd="0" parTransId="{F73290FB-C2A3-40EB-BB03-24ABAA870FA8}" sibTransId="{FD0D363E-CF96-449A-9FAD-8CB9BDD4EF1C}"/>
    <dgm:cxn modelId="{E05D1FC2-AB4F-4117-8079-41CB3DEC918F}" type="presParOf" srcId="{BA58EFD0-BD6F-4152-AB62-63CD762B1743}" destId="{83F3849E-D921-406C-99BE-8E35F76B6424}" srcOrd="0" destOrd="0" presId="urn:microsoft.com/office/officeart/2005/8/layout/process1"/>
    <dgm:cxn modelId="{00B4260C-B21A-4FF6-B714-638C2F1EC8F6}" type="presParOf" srcId="{BA58EFD0-BD6F-4152-AB62-63CD762B1743}" destId="{53C9C046-9898-4682-8C94-050D4C6C1988}" srcOrd="1" destOrd="0" presId="urn:microsoft.com/office/officeart/2005/8/layout/process1"/>
    <dgm:cxn modelId="{6E776B4A-D691-4B88-A2CF-879874BBBFE6}" type="presParOf" srcId="{53C9C046-9898-4682-8C94-050D4C6C1988}" destId="{6BECAA77-0F73-41CB-8826-DA18554F3A93}" srcOrd="0" destOrd="0" presId="urn:microsoft.com/office/officeart/2005/8/layout/process1"/>
    <dgm:cxn modelId="{EA5557D8-63BB-4F1D-A72D-21F2FA981B13}" type="presParOf" srcId="{BA58EFD0-BD6F-4152-AB62-63CD762B1743}" destId="{0D2AC784-C61F-4EB9-946E-EAD53D3102D4}" srcOrd="2" destOrd="0" presId="urn:microsoft.com/office/officeart/2005/8/layout/process1"/>
    <dgm:cxn modelId="{9D3C9CE8-4379-461C-90BF-4B7CBB46C5D4}" type="presParOf" srcId="{BA58EFD0-BD6F-4152-AB62-63CD762B1743}" destId="{B3FA5EE9-AC69-44AA-BADC-0737545A4A55}" srcOrd="3" destOrd="0" presId="urn:microsoft.com/office/officeart/2005/8/layout/process1"/>
    <dgm:cxn modelId="{BEC343C9-FC71-40B7-B6B3-416AE085CB4A}" type="presParOf" srcId="{B3FA5EE9-AC69-44AA-BADC-0737545A4A55}" destId="{6C2A5B19-AB0B-49E3-B920-471DE839DA2E}" srcOrd="0" destOrd="0" presId="urn:microsoft.com/office/officeart/2005/8/layout/process1"/>
    <dgm:cxn modelId="{4870FB6D-10D5-436F-AB99-A96370CAFC58}" type="presParOf" srcId="{BA58EFD0-BD6F-4152-AB62-63CD762B1743}" destId="{194F6ABE-202F-4F62-9F8B-08556D6C48E2}" srcOrd="4" destOrd="0" presId="urn:microsoft.com/office/officeart/2005/8/layout/process1"/>
    <dgm:cxn modelId="{30DE2F2D-EF7D-413A-A9B1-318EE921D9CC}" type="presParOf" srcId="{BA58EFD0-BD6F-4152-AB62-63CD762B1743}" destId="{8B7B681D-2245-471A-8809-2BE7B48AB21F}" srcOrd="5" destOrd="0" presId="urn:microsoft.com/office/officeart/2005/8/layout/process1"/>
    <dgm:cxn modelId="{B8C84CC0-FFDB-40E6-BBC6-9C77FC04FA06}" type="presParOf" srcId="{8B7B681D-2245-471A-8809-2BE7B48AB21F}" destId="{F5A2A1DA-2935-43F6-9675-FD1FFE098525}" srcOrd="0" destOrd="0" presId="urn:microsoft.com/office/officeart/2005/8/layout/process1"/>
    <dgm:cxn modelId="{DBA9C79C-1600-4E3A-B6CE-8FF8AFD266B0}" type="presParOf" srcId="{BA58EFD0-BD6F-4152-AB62-63CD762B1743}" destId="{5D0DAC7C-6999-4C27-BF01-5552738149C8}" srcOrd="6" destOrd="0" presId="urn:microsoft.com/office/officeart/2005/8/layout/process1"/>
    <dgm:cxn modelId="{36DBDB80-7273-432D-AD98-BF5C514FB4AA}" type="presParOf" srcId="{BA58EFD0-BD6F-4152-AB62-63CD762B1743}" destId="{C747A4A2-D135-449D-93E6-E5D8190312F2}" srcOrd="7" destOrd="0" presId="urn:microsoft.com/office/officeart/2005/8/layout/process1"/>
    <dgm:cxn modelId="{377513E1-57EF-40DD-B551-C4D135C8A28D}" type="presParOf" srcId="{C747A4A2-D135-449D-93E6-E5D8190312F2}" destId="{0FAC4228-E250-4366-8ED1-6F2F6FA1CB6D}" srcOrd="0" destOrd="0" presId="urn:microsoft.com/office/officeart/2005/8/layout/process1"/>
    <dgm:cxn modelId="{39421751-87AA-4D88-953E-7CCACE266980}" type="presParOf" srcId="{BA58EFD0-BD6F-4152-AB62-63CD762B1743}" destId="{880D8314-E552-40BA-93DE-6B73E0A3A77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C28C6-DDC6-40FC-B0CE-010DE6569C77}">
      <dsp:nvSpPr>
        <dsp:cNvPr id="0" name=""/>
        <dsp:cNvSpPr/>
      </dsp:nvSpPr>
      <dsp:spPr>
        <a:xfrm rot="10800000">
          <a:off x="1236494" y="2508"/>
          <a:ext cx="4225162" cy="6890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852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Google</a:t>
          </a:r>
        </a:p>
      </dsp:txBody>
      <dsp:txXfrm rot="10800000">
        <a:off x="1408756" y="2508"/>
        <a:ext cx="4052900" cy="689049"/>
      </dsp:txXfrm>
    </dsp:sp>
    <dsp:sp modelId="{ABF76060-98CC-4B10-B7F3-E4214A738696}">
      <dsp:nvSpPr>
        <dsp:cNvPr id="0" name=""/>
        <dsp:cNvSpPr/>
      </dsp:nvSpPr>
      <dsp:spPr>
        <a:xfrm>
          <a:off x="891970" y="2508"/>
          <a:ext cx="689049" cy="689049"/>
        </a:xfrm>
        <a:prstGeom prst="ellipse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FC9FF6-9501-49AC-83FB-EF24CEC52707}">
      <dsp:nvSpPr>
        <dsp:cNvPr id="0" name=""/>
        <dsp:cNvSpPr/>
      </dsp:nvSpPr>
      <dsp:spPr>
        <a:xfrm rot="10800000">
          <a:off x="1236494" y="897243"/>
          <a:ext cx="4225162" cy="6890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852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Mozilla Firefox</a:t>
          </a:r>
          <a:endParaRPr lang="en-US" sz="3100" kern="1200" dirty="0"/>
        </a:p>
      </dsp:txBody>
      <dsp:txXfrm rot="10800000">
        <a:off x="1408756" y="897243"/>
        <a:ext cx="4052900" cy="689049"/>
      </dsp:txXfrm>
    </dsp:sp>
    <dsp:sp modelId="{EB79EA81-A125-4716-95AB-5922E176F5C6}">
      <dsp:nvSpPr>
        <dsp:cNvPr id="0" name=""/>
        <dsp:cNvSpPr/>
      </dsp:nvSpPr>
      <dsp:spPr>
        <a:xfrm>
          <a:off x="891970" y="897243"/>
          <a:ext cx="689049" cy="689049"/>
        </a:xfrm>
        <a:prstGeom prst="ellipse">
          <a:avLst/>
        </a:prstGeom>
        <a:blipFill>
          <a:blip xmlns:r="http://schemas.openxmlformats.org/officeDocument/2006/relationships"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3B3D1A-F3E5-4295-9AC3-E447B25ECAF8}">
      <dsp:nvSpPr>
        <dsp:cNvPr id="0" name=""/>
        <dsp:cNvSpPr/>
      </dsp:nvSpPr>
      <dsp:spPr>
        <a:xfrm rot="10800000">
          <a:off x="1236494" y="1791978"/>
          <a:ext cx="4225162" cy="6890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852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Apple Safari</a:t>
          </a:r>
          <a:endParaRPr lang="en-US" sz="3100" kern="1200" dirty="0"/>
        </a:p>
      </dsp:txBody>
      <dsp:txXfrm rot="10800000">
        <a:off x="1408756" y="1791978"/>
        <a:ext cx="4052900" cy="689049"/>
      </dsp:txXfrm>
    </dsp:sp>
    <dsp:sp modelId="{57D0D569-63A9-4DF8-A8F2-7596A5D8C6E9}">
      <dsp:nvSpPr>
        <dsp:cNvPr id="0" name=""/>
        <dsp:cNvSpPr/>
      </dsp:nvSpPr>
      <dsp:spPr>
        <a:xfrm>
          <a:off x="891970" y="1791978"/>
          <a:ext cx="689049" cy="68904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A5B073-8BE5-4276-8595-807FF7CF8928}">
      <dsp:nvSpPr>
        <dsp:cNvPr id="0" name=""/>
        <dsp:cNvSpPr/>
      </dsp:nvSpPr>
      <dsp:spPr>
        <a:xfrm rot="10800000">
          <a:off x="1236494" y="2686714"/>
          <a:ext cx="4225162" cy="6890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852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Microsoft Edge</a:t>
          </a:r>
          <a:endParaRPr lang="en-US" sz="3100" kern="1200" dirty="0"/>
        </a:p>
      </dsp:txBody>
      <dsp:txXfrm rot="10800000">
        <a:off x="1408756" y="2686714"/>
        <a:ext cx="4052900" cy="689049"/>
      </dsp:txXfrm>
    </dsp:sp>
    <dsp:sp modelId="{0F6349AC-3D8F-45FD-A09E-12C83EB3DA54}">
      <dsp:nvSpPr>
        <dsp:cNvPr id="0" name=""/>
        <dsp:cNvSpPr/>
      </dsp:nvSpPr>
      <dsp:spPr>
        <a:xfrm>
          <a:off x="891970" y="2686714"/>
          <a:ext cx="689049" cy="689049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C77D25-7616-48D8-9C11-C0C61BAEA467}">
      <dsp:nvSpPr>
        <dsp:cNvPr id="0" name=""/>
        <dsp:cNvSpPr/>
      </dsp:nvSpPr>
      <dsp:spPr>
        <a:xfrm rot="10800000">
          <a:off x="1236494" y="3581449"/>
          <a:ext cx="4225162" cy="6890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852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Opera</a:t>
          </a:r>
          <a:endParaRPr lang="en-US" sz="3100" kern="1200"/>
        </a:p>
      </dsp:txBody>
      <dsp:txXfrm rot="10800000">
        <a:off x="1408756" y="3581449"/>
        <a:ext cx="4052900" cy="689049"/>
      </dsp:txXfrm>
    </dsp:sp>
    <dsp:sp modelId="{74EA904A-8FD1-4A35-B1CE-310C73457D88}">
      <dsp:nvSpPr>
        <dsp:cNvPr id="0" name=""/>
        <dsp:cNvSpPr/>
      </dsp:nvSpPr>
      <dsp:spPr>
        <a:xfrm>
          <a:off x="891970" y="3581449"/>
          <a:ext cx="689049" cy="689049"/>
        </a:xfrm>
        <a:prstGeom prst="ellipse">
          <a:avLst/>
        </a:prstGeom>
        <a:blipFill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1D2A8-D3A2-46A8-A358-C67BF13B52B8}">
      <dsp:nvSpPr>
        <dsp:cNvPr id="0" name=""/>
        <dsp:cNvSpPr/>
      </dsp:nvSpPr>
      <dsp:spPr>
        <a:xfrm>
          <a:off x="3143670" y="1136542"/>
          <a:ext cx="238372" cy="1044298"/>
        </a:xfrm>
        <a:custGeom>
          <a:avLst/>
          <a:gdLst/>
          <a:ahLst/>
          <a:cxnLst/>
          <a:rect l="0" t="0" r="0" b="0"/>
          <a:pathLst>
            <a:path>
              <a:moveTo>
                <a:pt x="238372" y="0"/>
              </a:moveTo>
              <a:lnTo>
                <a:pt x="238372" y="1044298"/>
              </a:lnTo>
              <a:lnTo>
                <a:pt x="0" y="104429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46095-BDCB-46E0-A963-8E2F05B5B884}">
      <dsp:nvSpPr>
        <dsp:cNvPr id="0" name=""/>
        <dsp:cNvSpPr/>
      </dsp:nvSpPr>
      <dsp:spPr>
        <a:xfrm>
          <a:off x="2246935" y="1435"/>
          <a:ext cx="2270213" cy="11351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Search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Engine</a:t>
          </a:r>
        </a:p>
      </dsp:txBody>
      <dsp:txXfrm>
        <a:off x="2246935" y="1435"/>
        <a:ext cx="2270213" cy="1135106"/>
      </dsp:txXfrm>
    </dsp:sp>
    <dsp:sp modelId="{CD443A8A-C18B-4E19-A408-2E4C6EAB4EED}">
      <dsp:nvSpPr>
        <dsp:cNvPr id="0" name=""/>
        <dsp:cNvSpPr/>
      </dsp:nvSpPr>
      <dsp:spPr>
        <a:xfrm>
          <a:off x="873456" y="1613287"/>
          <a:ext cx="2270213" cy="11351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Tools Find information related to a specific topic</a:t>
          </a:r>
        </a:p>
      </dsp:txBody>
      <dsp:txXfrm>
        <a:off x="873456" y="1613287"/>
        <a:ext cx="2270213" cy="11351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D48EA3-A8A5-4464-92B7-F07F9654A3D7}">
      <dsp:nvSpPr>
        <dsp:cNvPr id="0" name=""/>
        <dsp:cNvSpPr/>
      </dsp:nvSpPr>
      <dsp:spPr>
        <a:xfrm>
          <a:off x="1295401" y="1207663"/>
          <a:ext cx="168945" cy="9383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8339"/>
              </a:lnTo>
              <a:lnTo>
                <a:pt x="168945" y="93833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44F287-69CC-4F4A-BE33-59EDA812D3DA}">
      <dsp:nvSpPr>
        <dsp:cNvPr id="0" name=""/>
        <dsp:cNvSpPr/>
      </dsp:nvSpPr>
      <dsp:spPr>
        <a:xfrm>
          <a:off x="87741" y="3"/>
          <a:ext cx="2415320" cy="1207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Subject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Directory</a:t>
          </a:r>
        </a:p>
      </dsp:txBody>
      <dsp:txXfrm>
        <a:off x="87741" y="3"/>
        <a:ext cx="2415320" cy="1207660"/>
      </dsp:txXfrm>
    </dsp:sp>
    <dsp:sp modelId="{61CB97F4-D9D8-444F-8DE3-3C09D3FBCA3C}">
      <dsp:nvSpPr>
        <dsp:cNvPr id="0" name=""/>
        <dsp:cNvSpPr/>
      </dsp:nvSpPr>
      <dsp:spPr>
        <a:xfrm>
          <a:off x="1464346" y="1542172"/>
          <a:ext cx="2415320" cy="1207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Classifies Web pages in an organized set of categories</a:t>
          </a:r>
        </a:p>
      </dsp:txBody>
      <dsp:txXfrm>
        <a:off x="1464346" y="1542172"/>
        <a:ext cx="2415320" cy="12076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3849E-D921-406C-99BE-8E35F76B6424}">
      <dsp:nvSpPr>
        <dsp:cNvPr id="0" name=""/>
        <dsp:cNvSpPr/>
      </dsp:nvSpPr>
      <dsp:spPr>
        <a:xfrm>
          <a:off x="4118" y="1211697"/>
          <a:ext cx="1276888" cy="12329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Plan a Web site</a:t>
          </a:r>
          <a:endParaRPr lang="en-US" sz="1800" kern="1200" dirty="0"/>
        </a:p>
      </dsp:txBody>
      <dsp:txXfrm>
        <a:off x="40231" y="1247810"/>
        <a:ext cx="1204662" cy="1160769"/>
      </dsp:txXfrm>
    </dsp:sp>
    <dsp:sp modelId="{53C9C046-9898-4682-8C94-050D4C6C1988}">
      <dsp:nvSpPr>
        <dsp:cNvPr id="0" name=""/>
        <dsp:cNvSpPr/>
      </dsp:nvSpPr>
      <dsp:spPr>
        <a:xfrm>
          <a:off x="1408696" y="1669860"/>
          <a:ext cx="270700" cy="3166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408696" y="1733194"/>
        <a:ext cx="189490" cy="190000"/>
      </dsp:txXfrm>
    </dsp:sp>
    <dsp:sp modelId="{0D2AC784-C61F-4EB9-946E-EAD53D3102D4}">
      <dsp:nvSpPr>
        <dsp:cNvPr id="0" name=""/>
        <dsp:cNvSpPr/>
      </dsp:nvSpPr>
      <dsp:spPr>
        <a:xfrm>
          <a:off x="1791763" y="1211697"/>
          <a:ext cx="1276888" cy="12329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Analyze and Design a Website</a:t>
          </a:r>
        </a:p>
      </dsp:txBody>
      <dsp:txXfrm>
        <a:off x="1827876" y="1247810"/>
        <a:ext cx="1204662" cy="1160769"/>
      </dsp:txXfrm>
    </dsp:sp>
    <dsp:sp modelId="{B3FA5EE9-AC69-44AA-BADC-0737545A4A55}">
      <dsp:nvSpPr>
        <dsp:cNvPr id="0" name=""/>
        <dsp:cNvSpPr/>
      </dsp:nvSpPr>
      <dsp:spPr>
        <a:xfrm>
          <a:off x="3196340" y="1669860"/>
          <a:ext cx="270700" cy="3166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196340" y="1733194"/>
        <a:ext cx="189490" cy="190000"/>
      </dsp:txXfrm>
    </dsp:sp>
    <dsp:sp modelId="{194F6ABE-202F-4F62-9F8B-08556D6C48E2}">
      <dsp:nvSpPr>
        <dsp:cNvPr id="0" name=""/>
        <dsp:cNvSpPr/>
      </dsp:nvSpPr>
      <dsp:spPr>
        <a:xfrm>
          <a:off x="3579407" y="1211697"/>
          <a:ext cx="1276888" cy="12329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Create a Website</a:t>
          </a:r>
        </a:p>
      </dsp:txBody>
      <dsp:txXfrm>
        <a:off x="3615520" y="1247810"/>
        <a:ext cx="1204662" cy="1160769"/>
      </dsp:txXfrm>
    </dsp:sp>
    <dsp:sp modelId="{8B7B681D-2245-471A-8809-2BE7B48AB21F}">
      <dsp:nvSpPr>
        <dsp:cNvPr id="0" name=""/>
        <dsp:cNvSpPr/>
      </dsp:nvSpPr>
      <dsp:spPr>
        <a:xfrm>
          <a:off x="4983984" y="1669860"/>
          <a:ext cx="270700" cy="3166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983984" y="1733194"/>
        <a:ext cx="189490" cy="190000"/>
      </dsp:txXfrm>
    </dsp:sp>
    <dsp:sp modelId="{5D0DAC7C-6999-4C27-BF01-5552738149C8}">
      <dsp:nvSpPr>
        <dsp:cNvPr id="0" name=""/>
        <dsp:cNvSpPr/>
      </dsp:nvSpPr>
      <dsp:spPr>
        <a:xfrm>
          <a:off x="5367051" y="1211697"/>
          <a:ext cx="1276888" cy="12329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Deploy a Website</a:t>
          </a:r>
        </a:p>
      </dsp:txBody>
      <dsp:txXfrm>
        <a:off x="5403164" y="1247810"/>
        <a:ext cx="1204662" cy="1160769"/>
      </dsp:txXfrm>
    </dsp:sp>
    <dsp:sp modelId="{C747A4A2-D135-449D-93E6-E5D8190312F2}">
      <dsp:nvSpPr>
        <dsp:cNvPr id="0" name=""/>
        <dsp:cNvSpPr/>
      </dsp:nvSpPr>
      <dsp:spPr>
        <a:xfrm>
          <a:off x="6771628" y="1669860"/>
          <a:ext cx="270700" cy="3166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771628" y="1733194"/>
        <a:ext cx="189490" cy="190000"/>
      </dsp:txXfrm>
    </dsp:sp>
    <dsp:sp modelId="{880D8314-E552-40BA-93DE-6B73E0A3A77E}">
      <dsp:nvSpPr>
        <dsp:cNvPr id="0" name=""/>
        <dsp:cNvSpPr/>
      </dsp:nvSpPr>
      <dsp:spPr>
        <a:xfrm>
          <a:off x="7154695" y="1211697"/>
          <a:ext cx="1276888" cy="12329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Maintain a Website</a:t>
          </a:r>
        </a:p>
      </dsp:txBody>
      <dsp:txXfrm>
        <a:off x="7190808" y="1247810"/>
        <a:ext cx="1204662" cy="1160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965DE-1D83-4D9C-AAAF-AC4D7251BA42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Safiullah Lecturer at (UMT)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A00AE-8588-44FB-B067-4034D0C32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9948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5C6B5-836D-4F1E-8447-C08A2A3D6BF4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Safiullah Lecturer at (UMT)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23EAF-F37C-4008-B1AE-EC43D224E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3797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02-Sep-26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02-Sep-26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02-Sep-26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02-Sep-26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02-Sep-26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02-Sep-26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info.cern.ch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1010" y="2312894"/>
            <a:ext cx="5120639" cy="1683094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Evolution of the Web, web standards, and organizations 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751729"/>
            <a:ext cx="4775075" cy="1131167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Mr. M Safiullah Lecturer</a:t>
            </a:r>
          </a:p>
          <a:p>
            <a:pPr>
              <a:spcAft>
                <a:spcPts val="600"/>
              </a:spcAft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University of Layyah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msafiullah.cs@gmail.com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THE WORLD WIDE WEB?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World Wide Web is a way of </a:t>
            </a:r>
            <a:r>
              <a:rPr lang="en-US" sz="2800" dirty="0">
                <a:solidFill>
                  <a:srgbClr val="FF0000"/>
                </a:solidFill>
              </a:rPr>
              <a:t>exchanging information between computers </a:t>
            </a:r>
            <a:r>
              <a:rPr lang="en-US" sz="2800" dirty="0"/>
              <a:t>on the Internet.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World Wide Web is the network of pages, images, texts and sounds on the Internet which can be viewed using browser software.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Library - WWW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Road - Internet</a:t>
            </a:r>
          </a:p>
        </p:txBody>
      </p:sp>
    </p:spTree>
    <p:extLst>
      <p:ext uri="{BB962C8B-B14F-4D97-AF65-F5344CB8AC3E}">
        <p14:creationId xmlns:p14="http://schemas.microsoft.com/office/powerpoint/2010/main" val="330576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World Wide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The World Wide Web</a:t>
            </a:r>
            <a:r>
              <a:rPr lang="en-US" sz="2800" dirty="0"/>
              <a:t>, or Web, consists of a worldwide collection of </a:t>
            </a:r>
            <a:r>
              <a:rPr lang="en-US" sz="2800" dirty="0">
                <a:solidFill>
                  <a:srgbClr val="FF0000"/>
                </a:solidFill>
              </a:rPr>
              <a:t>electronic documents </a:t>
            </a:r>
            <a:r>
              <a:rPr lang="en-US" sz="2800" dirty="0"/>
              <a:t>(Web pages)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A </a:t>
            </a:r>
            <a:r>
              <a:rPr lang="en-US" sz="2800" b="1" dirty="0"/>
              <a:t>Web site </a:t>
            </a:r>
            <a:r>
              <a:rPr lang="en-US" sz="2800" dirty="0"/>
              <a:t>is a collection of related Web pages and associated items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 A </a:t>
            </a:r>
            <a:r>
              <a:rPr lang="en-US" sz="2800" b="1" dirty="0"/>
              <a:t>Web server </a:t>
            </a:r>
            <a:r>
              <a:rPr lang="en-US" sz="2800" dirty="0"/>
              <a:t>is a computer that delivers requested Web pages to your computer</a:t>
            </a:r>
          </a:p>
        </p:txBody>
      </p:sp>
    </p:spTree>
    <p:extLst>
      <p:ext uri="{BB962C8B-B14F-4D97-AF65-F5344CB8AC3E}">
        <p14:creationId xmlns:p14="http://schemas.microsoft.com/office/powerpoint/2010/main" val="97850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the difference between </a:t>
            </a:r>
            <a:br>
              <a:rPr lang="en-US" b="1" dirty="0"/>
            </a:br>
            <a:r>
              <a:rPr lang="en-US" b="1" dirty="0"/>
              <a:t>web 1.0, 2.0, 3.0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395" y="2014194"/>
            <a:ext cx="9257210" cy="4459453"/>
          </a:xfrm>
        </p:spPr>
      </p:pic>
    </p:spTree>
    <p:extLst>
      <p:ext uri="{BB962C8B-B14F-4D97-AF65-F5344CB8AC3E}">
        <p14:creationId xmlns:p14="http://schemas.microsoft.com/office/powerpoint/2010/main" val="291996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77F5-B876-4BC9-84AF-8AE693DCF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E0234-04DA-41B6-857A-A3129649E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Web 1.0</a:t>
            </a:r>
            <a:r>
              <a:rPr lang="en-US" dirty="0"/>
              <a:t>: Read-only web (like an online newspaper)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Web 2.0</a:t>
            </a:r>
            <a:r>
              <a:rPr lang="en-US" dirty="0"/>
              <a:t>: Interactive web (social media, YouTube, e-commerce)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Web 3.0</a:t>
            </a:r>
            <a:r>
              <a:rPr lang="en-US" dirty="0"/>
              <a:t>: AI-driven, smart web (chatbots, decentralized apps, AI search engines)</a:t>
            </a:r>
          </a:p>
          <a:p>
            <a:r>
              <a:rPr lang="en-US" dirty="0"/>
              <a:t>🛠 </a:t>
            </a:r>
            <a:r>
              <a:rPr lang="en-US" b="1" dirty="0"/>
              <a:t>Real-Life 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Web 1.0</a:t>
            </a:r>
            <a:r>
              <a:rPr lang="en-US" dirty="0"/>
              <a:t> = Old Wikipedia pages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Web 2.0</a:t>
            </a:r>
            <a:r>
              <a:rPr lang="en-US" dirty="0"/>
              <a:t> = Facebook, Instagram (you can comment, share)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Web 3.0</a:t>
            </a:r>
            <a:r>
              <a:rPr lang="en-US" dirty="0"/>
              <a:t> = </a:t>
            </a:r>
            <a:r>
              <a:rPr lang="en-US" b="1" dirty="0" err="1"/>
              <a:t>ChatGPT</a:t>
            </a:r>
            <a:r>
              <a:rPr lang="en-US" b="1" dirty="0"/>
              <a:t>, Voice Assistants, Blockchain websites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61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24FC-9B99-465C-96A2-DEE2B748D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1E78CB-F17E-41A5-B020-08164BC30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52" y="2272553"/>
            <a:ext cx="10790417" cy="3455893"/>
          </a:xfrm>
        </p:spPr>
      </p:pic>
    </p:spTree>
    <p:extLst>
      <p:ext uri="{BB962C8B-B14F-4D97-AF65-F5344CB8AC3E}">
        <p14:creationId xmlns:p14="http://schemas.microsoft.com/office/powerpoint/2010/main" val="498465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1989-1990 Tim Berners Lee invents the World Wide Web (www) at CERN.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CERN stands for </a:t>
            </a:r>
            <a:r>
              <a:rPr lang="en-US" sz="2800" b="1" dirty="0"/>
              <a:t>"Conseil </a:t>
            </a:r>
            <a:r>
              <a:rPr lang="en-US" sz="2800" b="1" dirty="0" err="1"/>
              <a:t>Européen</a:t>
            </a:r>
            <a:r>
              <a:rPr lang="en-US" sz="2800" b="1" dirty="0"/>
              <a:t> pour la Recherche </a:t>
            </a:r>
            <a:r>
              <a:rPr lang="en-US" sz="2800" b="1" dirty="0" err="1"/>
              <a:t>Nucléaire</a:t>
            </a:r>
            <a:r>
              <a:rPr lang="en-US" sz="2800" b="1" dirty="0"/>
              <a:t>"</a:t>
            </a:r>
            <a:r>
              <a:rPr lang="en-US" sz="2800" dirty="0"/>
              <a:t>, which is </a:t>
            </a:r>
            <a:r>
              <a:rPr lang="en-US" sz="2800" b="1" dirty="0"/>
              <a:t>French for "European Council for Nuclear Research."</a:t>
            </a: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Published in 1991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hlinkClick r:id="rId2"/>
              </a:rPr>
              <a:t>http://info.cern.ch/</a:t>
            </a:r>
            <a:endParaRPr lang="en-US" sz="2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This means transferring text and graphics simultaneously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Text mark-up language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Simple and easy to use</a:t>
            </a:r>
          </a:p>
        </p:txBody>
      </p:sp>
    </p:spTree>
    <p:extLst>
      <p:ext uri="{BB962C8B-B14F-4D97-AF65-F5344CB8AC3E}">
        <p14:creationId xmlns:p14="http://schemas.microsoft.com/office/powerpoint/2010/main" val="202424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WWW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Structural Components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Clients/browsers</a:t>
            </a:r>
            <a:r>
              <a:rPr lang="en-US" sz="2000" dirty="0"/>
              <a:t> - to dominant implementations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Servers </a:t>
            </a:r>
            <a:r>
              <a:rPr lang="en-US" sz="2000" dirty="0"/>
              <a:t>- run on sophisticated hardware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Caches</a:t>
            </a:r>
            <a:r>
              <a:rPr lang="en-US" sz="2000" dirty="0"/>
              <a:t> - many interesting implementations of Internet-the global infrastructure which facilitate data transfer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Semantic Components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Hyper Text Transfer Protocol </a:t>
            </a:r>
            <a:r>
              <a:rPr lang="en-US" sz="2000" b="1" dirty="0"/>
              <a:t>(HTTP)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Hyper Text Markup Language </a:t>
            </a:r>
            <a:r>
              <a:rPr lang="en-US" sz="2000" b="1" dirty="0"/>
              <a:t>(HTML)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Extensible Markup Language </a:t>
            </a:r>
            <a:r>
              <a:rPr lang="en-US" sz="2000" b="1" dirty="0"/>
              <a:t>(XML)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Uniform Resource Identifiers </a:t>
            </a:r>
            <a:r>
              <a:rPr lang="en-US" sz="2000" b="1" dirty="0"/>
              <a:t>(URIs)</a:t>
            </a:r>
          </a:p>
        </p:txBody>
      </p:sp>
    </p:spTree>
    <p:extLst>
      <p:ext uri="{BB962C8B-B14F-4D97-AF65-F5344CB8AC3E}">
        <p14:creationId xmlns:p14="http://schemas.microsoft.com/office/powerpoint/2010/main" val="1345613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Fundamental concept of the World Wide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The Hypertext concept</a:t>
            </a:r>
          </a:p>
          <a:p>
            <a:r>
              <a:rPr lang="en-US" sz="2800" dirty="0"/>
              <a:t>Hypertext is a text which contains links to other texts. The term was coined by Ted Nelson around 1965.</a:t>
            </a:r>
          </a:p>
          <a:p>
            <a:r>
              <a:rPr lang="en-US" sz="2800" b="1" dirty="0"/>
              <a:t>The Hypermedia concept</a:t>
            </a:r>
          </a:p>
          <a:p>
            <a:r>
              <a:rPr lang="en-US" sz="2800" dirty="0"/>
              <a:t>Hypermedia is a term used for hypertext that is not constrained to be text: it can include graphics, video, and sound</a:t>
            </a:r>
          </a:p>
        </p:txBody>
      </p:sp>
    </p:spTree>
    <p:extLst>
      <p:ext uri="{BB962C8B-B14F-4D97-AF65-F5344CB8AC3E}">
        <p14:creationId xmlns:p14="http://schemas.microsoft.com/office/powerpoint/2010/main" val="328222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dirty="0"/>
              <a:t>WEB Browser</a:t>
            </a:r>
          </a:p>
          <a:p>
            <a:pPr lvl="1"/>
            <a:r>
              <a:rPr lang="en-US" sz="2400" dirty="0"/>
              <a:t> A web browser displays a web document and enables users to access web documents.</a:t>
            </a:r>
          </a:p>
          <a:p>
            <a:r>
              <a:rPr lang="en-US" sz="2800" b="1" dirty="0"/>
              <a:t>WEB Server</a:t>
            </a:r>
          </a:p>
          <a:p>
            <a:pPr lvl="1"/>
            <a:r>
              <a:rPr lang="en-US" sz="2400" dirty="0"/>
              <a:t>This is a program that waits patiently for the browser to request a web page. The server looks for the requested information, retrieves it, and sends it to the browser or sends an error message if the file is not found.</a:t>
            </a:r>
          </a:p>
          <a:p>
            <a:r>
              <a:rPr lang="en-US" sz="2800" b="1" dirty="0"/>
              <a:t>Uniform Resource Locator (URL)</a:t>
            </a:r>
          </a:p>
          <a:p>
            <a:pPr lvl="1"/>
            <a:r>
              <a:rPr lang="en-US" sz="2400" dirty="0"/>
              <a:t>These are the web addresses</a:t>
            </a:r>
            <a:r>
              <a:rPr lang="en-US" dirty="0"/>
              <a:t>. </a:t>
            </a:r>
            <a:r>
              <a:rPr lang="en-US" sz="2600" dirty="0"/>
              <a:t>The resource locator is an </a:t>
            </a:r>
            <a:r>
              <a:rPr lang="en-US" sz="2600" b="1" dirty="0">
                <a:solidFill>
                  <a:srgbClr val="FF0000"/>
                </a:solidFill>
              </a:rPr>
              <a:t>addressing system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0573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3025E-1582-4851-9C4F-BAD5CCC88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877A12-D736-485E-829F-3F38F8E28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6956" y="2103438"/>
            <a:ext cx="9058087" cy="384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69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125E-CAD0-4C9C-9D45-3AEFDE170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and URI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A88014-EC32-4443-B90E-14F0E7DBA7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0612" y="1664833"/>
            <a:ext cx="965954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 (Uniform Resource Locator)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The full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a website (e.g.,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hlinkClick r:id="rId2"/>
              </a:rPr>
              <a:t>https://www.google.com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 (Uniform Resource Identifier)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broader term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includes URLs and other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resource identifiers.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home address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(specific)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 unique identifier but not a full address).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/>
              <a:t>Use a </a:t>
            </a:r>
            <a:r>
              <a:rPr lang="en-US" sz="1800" b="1" dirty="0"/>
              <a:t>house analogy</a:t>
            </a:r>
            <a:r>
              <a:rPr lang="en-US" sz="1800" dirty="0"/>
              <a:t> (URL = house address, URI = owner’s name).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56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Create A Web Page?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two basic steps required in making a web page. </a:t>
            </a:r>
          </a:p>
          <a:p>
            <a:r>
              <a:rPr lang="en-US" sz="2800" dirty="0"/>
              <a:t>Create an HTML File</a:t>
            </a:r>
          </a:p>
          <a:p>
            <a:r>
              <a:rPr lang="en-US" sz="2800" dirty="0"/>
              <a:t> Upload a file to the server</a:t>
            </a:r>
          </a:p>
        </p:txBody>
      </p:sp>
    </p:spTree>
    <p:extLst>
      <p:ext uri="{BB962C8B-B14F-4D97-AF65-F5344CB8AC3E}">
        <p14:creationId xmlns:p14="http://schemas.microsoft.com/office/powerpoint/2010/main" val="1229880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WEB PAGE!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Web pages are generally sets of text files coded with special notation called </a:t>
            </a:r>
            <a:r>
              <a:rPr lang="en-US" sz="2800" dirty="0">
                <a:solidFill>
                  <a:srgbClr val="FF0000"/>
                </a:solidFill>
              </a:rPr>
              <a:t>Hypertext Markup Language </a:t>
            </a:r>
            <a:r>
              <a:rPr lang="en-US" sz="2800" dirty="0"/>
              <a:t>(HTML) that is interpreted by a web browser program reading the file.</a:t>
            </a:r>
          </a:p>
        </p:txBody>
      </p:sp>
    </p:spTree>
    <p:extLst>
      <p:ext uri="{BB962C8B-B14F-4D97-AF65-F5344CB8AC3E}">
        <p14:creationId xmlns:p14="http://schemas.microsoft.com/office/powerpoint/2010/main" val="3263394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Which came first Internet or WWW?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internet came first.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Internet and WWW are two different concepts.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The Internet is a global computer network made up of thousands of computers &amp; computer networks.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WWW is a system that is interlinked via the Internet.</a:t>
            </a:r>
          </a:p>
        </p:txBody>
      </p:sp>
    </p:spTree>
    <p:extLst>
      <p:ext uri="{BB962C8B-B14F-4D97-AF65-F5344CB8AC3E}">
        <p14:creationId xmlns:p14="http://schemas.microsoft.com/office/powerpoint/2010/main" val="3745099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INTERNET AND WWW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Internet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The Internet is a global system of interconnected computer networks.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A massive network of networks. These computers communicate with each other using a common protocol (TCP/IP i.e. Transmission Control Protocol/Internet protocol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World Wide Web (WWW)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WWW is one of the services running on the internet.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WWW is a system of interlinked hypertext documents accessed via the Internet. Way of </a:t>
            </a:r>
            <a:r>
              <a:rPr lang="en-US" sz="2000" b="1" dirty="0"/>
              <a:t>accessing the information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2380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7AFA-87A3-4222-90A6-27262EDB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AC059-6530-4F2A-B5D7-8F287F5EB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🛠 </a:t>
            </a:r>
            <a:r>
              <a:rPr lang="en-US" sz="2400" b="1" dirty="0"/>
              <a:t>Real-Life Example: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Internet</a:t>
            </a:r>
            <a:r>
              <a:rPr lang="en-US" sz="2400" dirty="0"/>
              <a:t> = Electricity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WWW</a:t>
            </a:r>
            <a:r>
              <a:rPr lang="en-US" sz="2400" dirty="0"/>
              <a:t> = A lightbulb that runs on electricity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93805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 of Web Browsers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979823713"/>
              </p:ext>
            </p:extLst>
          </p:nvPr>
        </p:nvGraphicFramePr>
        <p:xfrm>
          <a:off x="2919186" y="1891428"/>
          <a:ext cx="6353628" cy="4273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2382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Browsers Working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657" y="1826847"/>
            <a:ext cx="9078686" cy="4742989"/>
          </a:xfrm>
        </p:spPr>
      </p:pic>
    </p:spTree>
    <p:extLst>
      <p:ext uri="{BB962C8B-B14F-4D97-AF65-F5344CB8AC3E}">
        <p14:creationId xmlns:p14="http://schemas.microsoft.com/office/powerpoint/2010/main" val="169918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Response/ Status Code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111" y="1894432"/>
            <a:ext cx="8591778" cy="4515169"/>
          </a:xfrm>
        </p:spPr>
      </p:pic>
    </p:spTree>
    <p:extLst>
      <p:ext uri="{BB962C8B-B14F-4D97-AF65-F5344CB8AC3E}">
        <p14:creationId xmlns:p14="http://schemas.microsoft.com/office/powerpoint/2010/main" val="1765194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210" y="650434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Search Tools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022034"/>
            <a:ext cx="10058400" cy="463426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There are two types of search tools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8"/>
            <a:r>
              <a:rPr lang="en-US" dirty="0"/>
              <a:t>                                             </a:t>
            </a:r>
            <a:r>
              <a:rPr lang="en-US" b="1" dirty="0"/>
              <a:t>Manually curated lists of websites categorized by topics by             			librarian, Yahoo Directory (discontinued)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700226010"/>
              </p:ext>
            </p:extLst>
          </p:nvPr>
        </p:nvGraphicFramePr>
        <p:xfrm>
          <a:off x="182880" y="3105040"/>
          <a:ext cx="5390606" cy="2749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243974138"/>
              </p:ext>
            </p:extLst>
          </p:nvPr>
        </p:nvGraphicFramePr>
        <p:xfrm>
          <a:off x="6409509" y="3105040"/>
          <a:ext cx="3879667" cy="3107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61978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Personal websites</a:t>
            </a:r>
          </a:p>
          <a:p>
            <a:r>
              <a:rPr lang="en-US" sz="2400" dirty="0"/>
              <a:t>Blog</a:t>
            </a:r>
          </a:p>
          <a:p>
            <a:r>
              <a:rPr lang="en-US" sz="2400" dirty="0"/>
              <a:t>Social networking websites</a:t>
            </a:r>
          </a:p>
          <a:p>
            <a:r>
              <a:rPr lang="en-US" sz="2400" dirty="0"/>
              <a:t>News websites</a:t>
            </a:r>
          </a:p>
          <a:p>
            <a:r>
              <a:rPr lang="en-US" sz="2400" dirty="0"/>
              <a:t>Educational websites</a:t>
            </a:r>
          </a:p>
          <a:p>
            <a:r>
              <a:rPr lang="en-US" sz="2400" dirty="0"/>
              <a:t>Government websites</a:t>
            </a:r>
          </a:p>
          <a:p>
            <a:r>
              <a:rPr lang="en-US" sz="2400" dirty="0"/>
              <a:t>Nonprofit websites</a:t>
            </a:r>
          </a:p>
          <a:p>
            <a:r>
              <a:rPr lang="en-US" sz="2400" dirty="0"/>
              <a:t>Entertainment websites</a:t>
            </a:r>
          </a:p>
        </p:txBody>
      </p:sp>
    </p:spTree>
    <p:extLst>
      <p:ext uri="{BB962C8B-B14F-4D97-AF65-F5344CB8AC3E}">
        <p14:creationId xmlns:p14="http://schemas.microsoft.com/office/powerpoint/2010/main" val="4184960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World Wide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publishing is the development and maintenance of Web pages</a:t>
            </a:r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035512004"/>
              </p:ext>
            </p:extLst>
          </p:nvPr>
        </p:nvGraphicFramePr>
        <p:xfrm>
          <a:off x="1345474" y="2199737"/>
          <a:ext cx="8435703" cy="3656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1432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WWW is a way of exchanging information.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 Tim Berners Lee invents the World Wide Web (www) at CERN.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 WWW is constructed using HTML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 There are basic steps to create Web pages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 Internet and WWW are two different concepts.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WWW is one of the services that run on the internet.</a:t>
            </a:r>
          </a:p>
        </p:txBody>
      </p:sp>
    </p:spTree>
    <p:extLst>
      <p:ext uri="{BB962C8B-B14F-4D97-AF65-F5344CB8AC3E}">
        <p14:creationId xmlns:p14="http://schemas.microsoft.com/office/powerpoint/2010/main" val="1863609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Who is the inventor of WWW? </a:t>
            </a:r>
          </a:p>
          <a:p>
            <a:r>
              <a:rPr lang="en-US" sz="2800" dirty="0"/>
              <a:t>1. Charles Babbage </a:t>
            </a:r>
          </a:p>
          <a:p>
            <a:r>
              <a:rPr lang="en-US" sz="2800" dirty="0"/>
              <a:t>2. Tim Berners </a:t>
            </a:r>
          </a:p>
          <a:p>
            <a:r>
              <a:rPr lang="en-US" sz="2800" dirty="0"/>
              <a:t>3. Norman Abramson</a:t>
            </a:r>
          </a:p>
          <a:p>
            <a:r>
              <a:rPr lang="en-US" sz="2800" dirty="0"/>
              <a:t> 4. Jack </a:t>
            </a:r>
            <a:r>
              <a:rPr lang="en-US" sz="2800" dirty="0" err="1"/>
              <a:t>Nilles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3322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Is there a difference between WWW and Internet?</a:t>
            </a:r>
          </a:p>
          <a:p>
            <a:r>
              <a:rPr lang="en-US" sz="2800" dirty="0"/>
              <a:t> Which came first Internet or WWW?</a:t>
            </a:r>
          </a:p>
        </p:txBody>
      </p:sp>
    </p:spTree>
    <p:extLst>
      <p:ext uri="{BB962C8B-B14F-4D97-AF65-F5344CB8AC3E}">
        <p14:creationId xmlns:p14="http://schemas.microsoft.com/office/powerpoint/2010/main" val="77097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thing which finds information related to specific topics is called </a:t>
            </a:r>
          </a:p>
          <a:p>
            <a:r>
              <a:rPr lang="en-US" sz="2800" dirty="0"/>
              <a:t>1. Search Engine </a:t>
            </a:r>
          </a:p>
          <a:p>
            <a:r>
              <a:rPr lang="en-US" sz="2800" dirty="0"/>
              <a:t>2. Subject directory</a:t>
            </a:r>
          </a:p>
        </p:txBody>
      </p:sp>
    </p:spTree>
    <p:extLst>
      <p:ext uri="{BB962C8B-B14F-4D97-AF65-F5344CB8AC3E}">
        <p14:creationId xmlns:p14="http://schemas.microsoft.com/office/powerpoint/2010/main" val="3234854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▸ Web page is created using? </a:t>
            </a:r>
          </a:p>
          <a:p>
            <a:r>
              <a:rPr lang="en-US" sz="2800" dirty="0"/>
              <a:t>1. HTML </a:t>
            </a:r>
          </a:p>
          <a:p>
            <a:r>
              <a:rPr lang="en-US" sz="2800" dirty="0"/>
              <a:t>2. http </a:t>
            </a:r>
          </a:p>
          <a:p>
            <a:r>
              <a:rPr lang="en-US" sz="2800" dirty="0"/>
              <a:t>3. URL </a:t>
            </a:r>
          </a:p>
          <a:p>
            <a:r>
              <a:rPr lang="en-US" sz="2800" dirty="0"/>
              <a:t>4. Web Browser</a:t>
            </a:r>
          </a:p>
        </p:txBody>
      </p:sp>
    </p:spTree>
    <p:extLst>
      <p:ext uri="{BB962C8B-B14F-4D97-AF65-F5344CB8AC3E}">
        <p14:creationId xmlns:p14="http://schemas.microsoft.com/office/powerpoint/2010/main" val="1865548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Tim Berners </a:t>
            </a:r>
          </a:p>
          <a:p>
            <a:r>
              <a:rPr lang="en-US" sz="2400" dirty="0"/>
              <a:t>Yes, the two terms are not synonymous. The Internet and the Web are two separate but related things. WWW is a way of accessing information over the Internet.</a:t>
            </a:r>
          </a:p>
          <a:p>
            <a:r>
              <a:rPr lang="en-US" sz="2400" dirty="0"/>
              <a:t> &gt; Internet </a:t>
            </a:r>
          </a:p>
          <a:p>
            <a:r>
              <a:rPr lang="en-US" sz="2400" dirty="0"/>
              <a:t>&gt; Search Engine </a:t>
            </a:r>
          </a:p>
          <a:p>
            <a:r>
              <a:rPr lang="en-US" sz="2400" dirty="0"/>
              <a:t>&gt; HTML</a:t>
            </a:r>
          </a:p>
        </p:txBody>
      </p:sp>
    </p:spTree>
    <p:extLst>
      <p:ext uri="{BB962C8B-B14F-4D97-AF65-F5344CB8AC3E}">
        <p14:creationId xmlns:p14="http://schemas.microsoft.com/office/powerpoint/2010/main" val="1891579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URI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URI stands for Uniform Resource Identifier, and it is a </a:t>
            </a:r>
            <a:r>
              <a:rPr lang="en-US" sz="2400" dirty="0">
                <a:solidFill>
                  <a:srgbClr val="FF0000"/>
                </a:solidFill>
              </a:rPr>
              <a:t>string of characters</a:t>
            </a:r>
            <a:r>
              <a:rPr lang="en-US" sz="2400" dirty="0"/>
              <a:t> that provides a </a:t>
            </a:r>
            <a:r>
              <a:rPr lang="en-US" sz="2400" dirty="0">
                <a:solidFill>
                  <a:srgbClr val="FF0000"/>
                </a:solidFill>
              </a:rPr>
              <a:t>unique identifier </a:t>
            </a:r>
            <a:r>
              <a:rPr lang="en-US" sz="2400" dirty="0"/>
              <a:t>for a resource on the internet. A URI can be used to </a:t>
            </a:r>
            <a:r>
              <a:rPr lang="en-US" sz="2400" dirty="0">
                <a:solidFill>
                  <a:srgbClr val="FF0000"/>
                </a:solidFill>
              </a:rPr>
              <a:t>identify any type of resource</a:t>
            </a:r>
            <a:r>
              <a:rPr lang="en-US" sz="2400" dirty="0"/>
              <a:t>, including web pages, images, video files, and more.</a:t>
            </a:r>
          </a:p>
        </p:txBody>
      </p:sp>
    </p:spTree>
    <p:extLst>
      <p:ext uri="{BB962C8B-B14F-4D97-AF65-F5344CB8AC3E}">
        <p14:creationId xmlns:p14="http://schemas.microsoft.com/office/powerpoint/2010/main" val="3608138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URI Consists of Two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Scheme</a:t>
            </a:r>
          </a:p>
          <a:p>
            <a:pPr lvl="1"/>
            <a:r>
              <a:rPr lang="en-US" sz="2800" dirty="0"/>
              <a:t>The scheme </a:t>
            </a:r>
            <a:r>
              <a:rPr lang="en-US" sz="2800" dirty="0">
                <a:solidFill>
                  <a:srgbClr val="FF0000"/>
                </a:solidFill>
              </a:rPr>
              <a:t>identifies the protocol </a:t>
            </a:r>
            <a:r>
              <a:rPr lang="en-US" sz="2800" dirty="0"/>
              <a:t>that is used to access the resource, such as </a:t>
            </a:r>
            <a:r>
              <a:rPr lang="en-US" sz="2800" b="1" dirty="0"/>
              <a:t>HTTP</a:t>
            </a:r>
            <a:r>
              <a:rPr lang="en-US" sz="2800" dirty="0"/>
              <a:t> for a web page or </a:t>
            </a:r>
            <a:r>
              <a:rPr lang="en-US" sz="2800" b="1" dirty="0"/>
              <a:t>FTP</a:t>
            </a:r>
            <a:r>
              <a:rPr lang="en-US" sz="2800" dirty="0"/>
              <a:t> for a file transfer.</a:t>
            </a:r>
            <a:endParaRPr lang="en-US" sz="6000" dirty="0"/>
          </a:p>
          <a:p>
            <a:r>
              <a:rPr lang="en-US" sz="3600" dirty="0"/>
              <a:t>Path</a:t>
            </a:r>
          </a:p>
          <a:p>
            <a:pPr lvl="1"/>
            <a:r>
              <a:rPr lang="en-US" sz="2800" dirty="0"/>
              <a:t>The path </a:t>
            </a:r>
            <a:r>
              <a:rPr lang="en-US" sz="2800" dirty="0">
                <a:solidFill>
                  <a:srgbClr val="FF0000"/>
                </a:solidFill>
              </a:rPr>
              <a:t>specifies the location </a:t>
            </a:r>
            <a:r>
              <a:rPr lang="en-US" sz="2800" dirty="0"/>
              <a:t>of the resource on the internet, such as the </a:t>
            </a:r>
            <a:r>
              <a:rPr lang="en-US" sz="2800" b="1" dirty="0"/>
              <a:t>domain name </a:t>
            </a:r>
            <a:r>
              <a:rPr lang="en-US" sz="2800" dirty="0"/>
              <a:t>and </a:t>
            </a:r>
            <a:r>
              <a:rPr lang="en-US" sz="2800" b="1" dirty="0"/>
              <a:t>directory path </a:t>
            </a:r>
            <a:r>
              <a:rPr lang="en-US" sz="2800" dirty="0"/>
              <a:t>for a web page.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062435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There are Two Types of URIs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URLs (Uniform Resource Locators)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URNs (Uniform Resource Names).</a:t>
            </a:r>
          </a:p>
        </p:txBody>
      </p:sp>
    </p:spTree>
    <p:extLst>
      <p:ext uri="{BB962C8B-B14F-4D97-AF65-F5344CB8AC3E}">
        <p14:creationId xmlns:p14="http://schemas.microsoft.com/office/powerpoint/2010/main" val="3049235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URLs are the most common type of URI and provide a </a:t>
            </a:r>
            <a:r>
              <a:rPr lang="en-US" sz="2800" dirty="0">
                <a:solidFill>
                  <a:srgbClr val="FF0000"/>
                </a:solidFill>
              </a:rPr>
              <a:t>specific location </a:t>
            </a:r>
            <a:r>
              <a:rPr lang="en-US" sz="2800" dirty="0"/>
              <a:t>for a resource.</a:t>
            </a:r>
          </a:p>
          <a:p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3370625"/>
            <a:ext cx="972502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62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provide a unique name for a resource but do not specify its location.</a:t>
            </a:r>
          </a:p>
          <a:p>
            <a:r>
              <a:rPr lang="en-US" dirty="0"/>
              <a:t>urn:&lt;</a:t>
            </a:r>
            <a:r>
              <a:rPr lang="en-US" dirty="0" err="1"/>
              <a:t>nid</a:t>
            </a:r>
            <a:r>
              <a:rPr lang="en-US" dirty="0"/>
              <a:t>&gt;:&lt;</a:t>
            </a:r>
            <a:r>
              <a:rPr lang="en-US" dirty="0" err="1"/>
              <a:t>nss</a:t>
            </a:r>
            <a:r>
              <a:rPr lang="en-US" dirty="0"/>
              <a:t>&gt;&lt;/</a:t>
            </a:r>
            <a:r>
              <a:rPr lang="en-US" dirty="0" err="1"/>
              <a:t>nss</a:t>
            </a:r>
            <a:r>
              <a:rPr lang="en-US" dirty="0"/>
              <a:t>&gt;&lt;/</a:t>
            </a:r>
            <a:r>
              <a:rPr lang="en-US" dirty="0" err="1"/>
              <a:t>nid</a:t>
            </a:r>
            <a:r>
              <a:rPr lang="en-US" dirty="0"/>
              <a:t>&gt;</a:t>
            </a:r>
          </a:p>
          <a:p>
            <a:r>
              <a:rPr lang="en-US" b="1" dirty="0"/>
              <a:t>Namespace identifier (NID)</a:t>
            </a:r>
          </a:p>
          <a:p>
            <a:r>
              <a:rPr lang="en-US" b="1" dirty="0"/>
              <a:t>Namespace-specific string (NSS)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71722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5918D-7CBF-4EA0-B021-D322F8C0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 Between URL and URN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1B1993-E906-43A6-B3A7-CEDFD2A337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473801"/>
          <a:ext cx="10058400" cy="310896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36768293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10767765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238923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URL (Uniform Resource Locator)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URN (Uniform Resource Name)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7595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Specifies </a:t>
                      </a:r>
                      <a:r>
                        <a:rPr lang="en-US" b="1"/>
                        <a:t>where</a:t>
                      </a:r>
                      <a:r>
                        <a:rPr lang="en-US"/>
                        <a:t> a resource is and </a:t>
                      </a:r>
                      <a:r>
                        <a:rPr lang="en-US" b="1"/>
                        <a:t>how</a:t>
                      </a:r>
                      <a:r>
                        <a:rPr lang="en-US"/>
                        <a:t> to access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Specifies </a:t>
                      </a:r>
                      <a:r>
                        <a:rPr lang="en-US" b="1"/>
                        <a:t>what</a:t>
                      </a:r>
                      <a:r>
                        <a:rPr lang="en-US"/>
                        <a:t> a resource is, without location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646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https://example.com/book.pdf (Points to an online document)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urn:isbn:0451450523 (Identifies a book by ISBN, but does not tell where to find 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027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Changes?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Can change if the resource moves to a new 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Remains constant, even if the resource moves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037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5569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VE.pptx" id="{928531FE-40B6-4895-993A-83D26AA1E005}" vid="{C99C5ABD-1620-4AD2-A38C-62625556F3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0</TotalTime>
  <Words>1383</Words>
  <Application>Microsoft Office PowerPoint</Application>
  <PresentationFormat>Widescreen</PresentationFormat>
  <Paragraphs>190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Arial Unicode MS</vt:lpstr>
      <vt:lpstr>Calibri</vt:lpstr>
      <vt:lpstr>Century Gothic</vt:lpstr>
      <vt:lpstr>Garamond</vt:lpstr>
      <vt:lpstr>Times New Roman</vt:lpstr>
      <vt:lpstr>Wingdings</vt:lpstr>
      <vt:lpstr>SavonVTI</vt:lpstr>
      <vt:lpstr>Evolution of the Web, web standards, and organizations </vt:lpstr>
      <vt:lpstr>WHAT IS THE WORLD WIDE WEB?</vt:lpstr>
      <vt:lpstr>The World Wide Web</vt:lpstr>
      <vt:lpstr>What is the difference between  web 1.0, 2.0, 3.0</vt:lpstr>
      <vt:lpstr>PowerPoint Presentation</vt:lpstr>
      <vt:lpstr>PowerPoint Presentation</vt:lpstr>
      <vt:lpstr>HISTORY</vt:lpstr>
      <vt:lpstr>WWW COMPONENTS</vt:lpstr>
      <vt:lpstr>The Fundamental concept of the World Wide Web</vt:lpstr>
      <vt:lpstr>PowerPoint Presentation</vt:lpstr>
      <vt:lpstr>PowerPoint Presentation</vt:lpstr>
      <vt:lpstr>URL and URI</vt:lpstr>
      <vt:lpstr>How To Create A Web Page?</vt:lpstr>
      <vt:lpstr>Creating a WEB PAGE!</vt:lpstr>
      <vt:lpstr>Which came first Internet or WWW?</vt:lpstr>
      <vt:lpstr>INTERNET AND WWW</vt:lpstr>
      <vt:lpstr>PowerPoint Presentation</vt:lpstr>
      <vt:lpstr>List of Web Browsers</vt:lpstr>
      <vt:lpstr>Web Browsers Working</vt:lpstr>
      <vt:lpstr>HTTP Response/ Status Code</vt:lpstr>
      <vt:lpstr>Types of Search Tools  </vt:lpstr>
      <vt:lpstr>Types of Websites</vt:lpstr>
      <vt:lpstr>The World Wide Web</vt:lpstr>
      <vt:lpstr>Summary</vt:lpstr>
      <vt:lpstr>QUESTIONS???</vt:lpstr>
      <vt:lpstr>Questions</vt:lpstr>
      <vt:lpstr>Questions</vt:lpstr>
      <vt:lpstr>Questions</vt:lpstr>
      <vt:lpstr>Answers</vt:lpstr>
      <vt:lpstr>URI </vt:lpstr>
      <vt:lpstr>A URI Consists of Two Parts</vt:lpstr>
      <vt:lpstr>There are Two Types of URIs</vt:lpstr>
      <vt:lpstr>URL</vt:lpstr>
      <vt:lpstr>URNs</vt:lpstr>
      <vt:lpstr>Difference Between URL and URN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2023-03-19T06:46:42Z</dcterms:created>
  <dcterms:modified xsi:type="dcterms:W3CDTF">2026-09-02T04:31:20Z</dcterms:modified>
</cp:coreProperties>
</file>